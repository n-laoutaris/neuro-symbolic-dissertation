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68" r:id="rId4"/>
    <p:sldId id="272" r:id="rId5"/>
    <p:sldId id="273" r:id="rId6"/>
    <p:sldId id="262" r:id="rId7"/>
    <p:sldId id="263" r:id="rId8"/>
    <p:sldId id="264" r:id="rId9"/>
    <p:sldId id="270" r:id="rId10"/>
    <p:sldId id="271" r:id="rId11"/>
    <p:sldId id="267" r:id="rId12"/>
    <p:sldId id="269" r:id="rId1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6FDC2C-B5AB-456C-A10A-DEFF5DA635CC}">
          <p14:sldIdLst>
            <p14:sldId id="257"/>
          </p14:sldIdLst>
        </p14:section>
        <p14:section name="Scope" id="{246DB061-438B-492D-8D5C-4DABD9FDB17A}">
          <p14:sldIdLst>
            <p14:sldId id="256"/>
            <p14:sldId id="268"/>
            <p14:sldId id="272"/>
          </p14:sldIdLst>
        </p14:section>
        <p14:section name="Methodology" id="{F61D4EF4-F5BB-4981-B7F7-B39D10A2024E}">
          <p14:sldIdLst>
            <p14:sldId id="273"/>
            <p14:sldId id="262"/>
            <p14:sldId id="263"/>
          </p14:sldIdLst>
        </p14:section>
        <p14:section name="Results" id="{850A6A97-683C-42A2-98C0-90BD24A64C0C}">
          <p14:sldIdLst>
            <p14:sldId id="264"/>
            <p14:sldId id="270"/>
            <p14:sldId id="271"/>
          </p14:sldIdLst>
        </p14:section>
        <p14:section name="Conclusion" id="{6273F0E4-A2FA-4048-BCDB-8A5B541636CA}">
          <p14:sldIdLst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E3E"/>
    <a:srgbClr val="DDC98C"/>
    <a:srgbClr val="C2DEE1"/>
    <a:srgbClr val="AF9149"/>
    <a:srgbClr val="277D7C"/>
    <a:srgbClr val="FFFFFF"/>
    <a:srgbClr val="9ACD32"/>
    <a:srgbClr val="D3D3D3"/>
    <a:srgbClr val="00CED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DB988-E438-41CF-97EE-057E47DEBD40}" v="1341" dt="2026-02-12T09:48:07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6"/>
      </p:cViewPr>
      <p:guideLst/>
    </p:cSldViewPr>
  </p:slideViewPr>
  <p:notesTextViewPr>
    <p:cViewPr>
      <p:scale>
        <a:sx n="232" d="100"/>
        <a:sy n="232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Lamda" userId="26b53012adddb707" providerId="LiveId" clId="{FF894D05-47A3-4F78-8D6C-55016F747BAD}"/>
    <pc:docChg chg="undo redo custSel addSld delSld modSld sldOrd addSection delSection modSection">
      <pc:chgData name="Nick Lamda" userId="26b53012adddb707" providerId="LiveId" clId="{FF894D05-47A3-4F78-8D6C-55016F747BAD}" dt="2026-02-12T09:48:07.765" v="16396" actId="20577"/>
      <pc:docMkLst>
        <pc:docMk/>
      </pc:docMkLst>
      <pc:sldChg chg="addSp delSp modSp mod setBg addAnim delAnim modAnim modNotesTx">
        <pc:chgData name="Nick Lamda" userId="26b53012adddb707" providerId="LiveId" clId="{FF894D05-47A3-4F78-8D6C-55016F747BAD}" dt="2026-02-10T17:33:26.615" v="16073" actId="20577"/>
        <pc:sldMkLst>
          <pc:docMk/>
          <pc:sldMk cId="634974508" sldId="256"/>
        </pc:sldMkLst>
        <pc:spChg chg="mod">
          <ac:chgData name="Nick Lamda" userId="26b53012adddb707" providerId="LiveId" clId="{FF894D05-47A3-4F78-8D6C-55016F747BAD}" dt="2026-02-04T15:31:07.444" v="7868" actId="27636"/>
          <ac:spMkLst>
            <pc:docMk/>
            <pc:sldMk cId="634974508" sldId="256"/>
            <ac:spMk id="2" creationId="{2C0CF8D5-0106-E842-0EED-1F41D89E6E45}"/>
          </ac:spMkLst>
        </pc:spChg>
        <pc:spChg chg="add mod">
          <ac:chgData name="Nick Lamda" userId="26b53012adddb707" providerId="LiveId" clId="{FF894D05-47A3-4F78-8D6C-55016F747BAD}" dt="2026-02-04T18:54:24.775" v="9241" actId="1076"/>
          <ac:spMkLst>
            <pc:docMk/>
            <pc:sldMk cId="634974508" sldId="256"/>
            <ac:spMk id="3" creationId="{54580FD5-CDC9-91FB-2CAC-605F101B8FD7}"/>
          </ac:spMkLst>
        </pc:spChg>
        <pc:spChg chg="mod">
          <ac:chgData name="Nick Lamda" userId="26b53012adddb707" providerId="LiveId" clId="{FF894D05-47A3-4F78-8D6C-55016F747BAD}" dt="2026-02-08T16:58:52.134" v="14100" actId="1076"/>
          <ac:spMkLst>
            <pc:docMk/>
            <pc:sldMk cId="634974508" sldId="256"/>
            <ac:spMk id="4" creationId="{868CEAFC-CDA7-54C4-0424-DFE8EE7BEFEA}"/>
          </ac:spMkLst>
        </pc:spChg>
        <pc:spChg chg="mod">
          <ac:chgData name="Nick Lamda" userId="26b53012adddb707" providerId="LiveId" clId="{FF894D05-47A3-4F78-8D6C-55016F747BAD}" dt="2026-02-08T16:59:05.028" v="14101" actId="1076"/>
          <ac:spMkLst>
            <pc:docMk/>
            <pc:sldMk cId="634974508" sldId="256"/>
            <ac:spMk id="6" creationId="{1B424233-B029-A4F3-1FC8-BC4259FDF037}"/>
          </ac:spMkLst>
        </pc:spChg>
        <pc:spChg chg="add mod">
          <ac:chgData name="Nick Lamda" userId="26b53012adddb707" providerId="LiveId" clId="{FF894D05-47A3-4F78-8D6C-55016F747BAD}" dt="2026-02-07T17:38:45.148" v="13417" actId="1076"/>
          <ac:spMkLst>
            <pc:docMk/>
            <pc:sldMk cId="634974508" sldId="256"/>
            <ac:spMk id="8" creationId="{58AC4812-33DB-EE8A-9338-E7204F8D17E4}"/>
          </ac:spMkLst>
        </pc:spChg>
        <pc:spChg chg="add mod">
          <ac:chgData name="Nick Lamda" userId="26b53012adddb707" providerId="LiveId" clId="{FF894D05-47A3-4F78-8D6C-55016F747BAD}" dt="2026-02-08T09:40:40.424" v="14021" actId="1076"/>
          <ac:spMkLst>
            <pc:docMk/>
            <pc:sldMk cId="634974508" sldId="256"/>
            <ac:spMk id="14" creationId="{DF423F90-F6BF-085B-464E-144D324BC91D}"/>
          </ac:spMkLst>
        </pc:spChg>
        <pc:spChg chg="add mod">
          <ac:chgData name="Nick Lamda" userId="26b53012adddb707" providerId="LiveId" clId="{FF894D05-47A3-4F78-8D6C-55016F747BAD}" dt="2026-02-08T09:40:40.427" v="14026" actId="688"/>
          <ac:spMkLst>
            <pc:docMk/>
            <pc:sldMk cId="634974508" sldId="256"/>
            <ac:spMk id="15" creationId="{27A320F3-99EF-B27C-E11D-E04C37BF1C5B}"/>
          </ac:spMkLst>
        </pc:spChg>
        <pc:spChg chg="add mod">
          <ac:chgData name="Nick Lamda" userId="26b53012adddb707" providerId="LiveId" clId="{FF894D05-47A3-4F78-8D6C-55016F747BAD}" dt="2026-02-08T09:40:40.426" v="14024" actId="688"/>
          <ac:spMkLst>
            <pc:docMk/>
            <pc:sldMk cId="634974508" sldId="256"/>
            <ac:spMk id="24" creationId="{537F9D20-3830-EDCD-0124-D5550FCBF6E1}"/>
          </ac:spMkLst>
        </pc:spChg>
        <pc:spChg chg="mod">
          <ac:chgData name="Nick Lamda" userId="26b53012adddb707" providerId="LiveId" clId="{FF894D05-47A3-4F78-8D6C-55016F747BAD}" dt="2026-02-07T17:36:06.674" v="13399" actId="1076"/>
          <ac:spMkLst>
            <pc:docMk/>
            <pc:sldMk cId="634974508" sldId="256"/>
            <ac:spMk id="26" creationId="{6F8DAEE5-1DDF-FADB-D00B-5B28B05B229C}"/>
          </ac:spMkLst>
        </pc:spChg>
        <pc:spChg chg="add del mod">
          <ac:chgData name="Nick Lamda" userId="26b53012adddb707" providerId="LiveId" clId="{FF894D05-47A3-4F78-8D6C-55016F747BAD}" dt="2026-02-08T09:40:40.432" v="14030" actId="1076"/>
          <ac:spMkLst>
            <pc:docMk/>
            <pc:sldMk cId="634974508" sldId="256"/>
            <ac:spMk id="28" creationId="{D46BC863-A97F-AB2A-9058-794546D9C85D}"/>
          </ac:spMkLst>
        </pc:spChg>
        <pc:spChg chg="mod">
          <ac:chgData name="Nick Lamda" userId="26b53012adddb707" providerId="LiveId" clId="{FF894D05-47A3-4F78-8D6C-55016F747BAD}" dt="2026-02-10T17:33:26.615" v="16073" actId="20577"/>
          <ac:spMkLst>
            <pc:docMk/>
            <pc:sldMk cId="634974508" sldId="256"/>
            <ac:spMk id="29" creationId="{4423B41C-6158-C49F-CDB4-7C04A764AAB4}"/>
          </ac:spMkLst>
        </pc:spChg>
        <pc:grpChg chg="add mod">
          <ac:chgData name="Nick Lamda" userId="26b53012adddb707" providerId="LiveId" clId="{FF894D05-47A3-4F78-8D6C-55016F747BAD}" dt="2026-02-07T17:35:34.773" v="13393" actId="1076"/>
          <ac:grpSpMkLst>
            <pc:docMk/>
            <pc:sldMk cId="634974508" sldId="256"/>
            <ac:grpSpMk id="7" creationId="{C545DBE5-4C98-A328-3A7A-DA4751A1D642}"/>
          </ac:grpSpMkLst>
        </pc:grpChg>
        <pc:grpChg chg="add mod">
          <ac:chgData name="Nick Lamda" userId="26b53012adddb707" providerId="LiveId" clId="{FF894D05-47A3-4F78-8D6C-55016F747BAD}" dt="2026-02-07T17:33:29.778" v="13377" actId="164"/>
          <ac:grpSpMkLst>
            <pc:docMk/>
            <pc:sldMk cId="634974508" sldId="256"/>
            <ac:grpSpMk id="16" creationId="{79F5D924-9D53-6391-A345-B0ECA659EDA2}"/>
          </ac:grpSpMkLst>
        </pc:grpChg>
        <pc:grpChg chg="add mod">
          <ac:chgData name="Nick Lamda" userId="26b53012adddb707" providerId="LiveId" clId="{FF894D05-47A3-4F78-8D6C-55016F747BAD}" dt="2026-02-07T17:41:41.426" v="13437" actId="164"/>
          <ac:grpSpMkLst>
            <pc:docMk/>
            <pc:sldMk cId="634974508" sldId="256"/>
            <ac:grpSpMk id="25" creationId="{AC5A4D2A-0999-9C6C-510A-4FE3010A17F4}"/>
          </ac:grpSpMkLst>
        </pc:grpChg>
        <pc:grpChg chg="add mod">
          <ac:chgData name="Nick Lamda" userId="26b53012adddb707" providerId="LiveId" clId="{FF894D05-47A3-4F78-8D6C-55016F747BAD}" dt="2026-02-08T09:40:54.525" v="14031" actId="1076"/>
          <ac:grpSpMkLst>
            <pc:docMk/>
            <pc:sldMk cId="634974508" sldId="256"/>
            <ac:grpSpMk id="41" creationId="{36667AB8-4420-147D-CE47-F23B1C71F826}"/>
          </ac:grpSpMkLst>
        </pc:grpChg>
        <pc:picChg chg="add mod ord modCrop">
          <ac:chgData name="Nick Lamda" userId="26b53012adddb707" providerId="LiveId" clId="{FF894D05-47A3-4F78-8D6C-55016F747BAD}" dt="2026-02-07T17:49:40.077" v="13450" actId="962"/>
          <ac:picMkLst>
            <pc:docMk/>
            <pc:sldMk cId="634974508" sldId="256"/>
            <ac:picMk id="5" creationId="{F0CBC0A5-6899-FFA7-F833-52F1011D8DC8}"/>
          </ac:picMkLst>
        </pc:picChg>
        <pc:picChg chg="add mod">
          <ac:chgData name="Nick Lamda" userId="26b53012adddb707" providerId="LiveId" clId="{FF894D05-47A3-4F78-8D6C-55016F747BAD}" dt="2026-02-08T09:40:40.430" v="14029" actId="1076"/>
          <ac:picMkLst>
            <pc:docMk/>
            <pc:sldMk cId="634974508" sldId="256"/>
            <ac:picMk id="10" creationId="{A09C42F7-7AA5-65F0-747E-250EAFD8F296}"/>
          </ac:picMkLst>
        </pc:picChg>
        <pc:picChg chg="add mod">
          <ac:chgData name="Nick Lamda" userId="26b53012adddb707" providerId="LiveId" clId="{FF894D05-47A3-4F78-8D6C-55016F747BAD}" dt="2026-02-08T09:40:40.429" v="14028" actId="1076"/>
          <ac:picMkLst>
            <pc:docMk/>
            <pc:sldMk cId="634974508" sldId="256"/>
            <ac:picMk id="12" creationId="{6522ED58-198F-6ACF-4FB5-603555B6C4E1}"/>
          </ac:picMkLst>
        </pc:picChg>
        <pc:picChg chg="mod">
          <ac:chgData name="Nick Lamda" userId="26b53012adddb707" providerId="LiveId" clId="{FF894D05-47A3-4F78-8D6C-55016F747BAD}" dt="2026-02-07T17:50:11.539" v="13610" actId="962"/>
          <ac:picMkLst>
            <pc:docMk/>
            <pc:sldMk cId="634974508" sldId="256"/>
            <ac:picMk id="17" creationId="{BA58BA9E-B5C7-8C9B-CD30-C099AEB1CD74}"/>
          </ac:picMkLst>
        </pc:picChg>
        <pc:picChg chg="mod modCrop">
          <ac:chgData name="Nick Lamda" userId="26b53012adddb707" providerId="LiveId" clId="{FF894D05-47A3-4F78-8D6C-55016F747BAD}" dt="2026-02-07T17:50:25.543" v="13632" actId="962"/>
          <ac:picMkLst>
            <pc:docMk/>
            <pc:sldMk cId="634974508" sldId="256"/>
            <ac:picMk id="19" creationId="{8E841B79-A652-80E3-2F4B-EAC735C610E3}"/>
          </ac:picMkLst>
        </pc:picChg>
        <pc:picChg chg="add mod">
          <ac:chgData name="Nick Lamda" userId="26b53012adddb707" providerId="LiveId" clId="{FF894D05-47A3-4F78-8D6C-55016F747BAD}" dt="2026-02-08T09:40:40.427" v="14027" actId="1076"/>
          <ac:picMkLst>
            <pc:docMk/>
            <pc:sldMk cId="634974508" sldId="256"/>
            <ac:picMk id="23" creationId="{C61DDE00-69AA-1F35-CDFC-67AAD274039E}"/>
          </ac:picMkLst>
        </pc:picChg>
        <pc:picChg chg="add mod modCrop">
          <ac:chgData name="Nick Lamda" userId="26b53012adddb707" providerId="LiveId" clId="{FF894D05-47A3-4F78-8D6C-55016F747BAD}" dt="2026-02-08T09:40:40.432" v="14030" actId="1076"/>
          <ac:picMkLst>
            <pc:docMk/>
            <pc:sldMk cId="634974508" sldId="256"/>
            <ac:picMk id="40" creationId="{6A84CC7D-0136-D866-B0B5-9824DA71F615}"/>
          </ac:picMkLst>
        </pc:picChg>
        <pc:cxnChg chg="add mod">
          <ac:chgData name="Nick Lamda" userId="26b53012adddb707" providerId="LiveId" clId="{FF894D05-47A3-4F78-8D6C-55016F747BAD}" dt="2026-02-07T17:43:27.425" v="13442" actId="14100"/>
          <ac:cxnSpMkLst>
            <pc:docMk/>
            <pc:sldMk cId="634974508" sldId="256"/>
            <ac:cxnSpMk id="13" creationId="{1EE27051-8672-ADA9-0A67-5CB464049B64}"/>
          </ac:cxnSpMkLst>
        </pc:cxnChg>
      </pc:sldChg>
      <pc:sldChg chg="modSp mod">
        <pc:chgData name="Nick Lamda" userId="26b53012adddb707" providerId="LiveId" clId="{FF894D05-47A3-4F78-8D6C-55016F747BAD}" dt="2026-02-03T12:13:26.658" v="5435" actId="122"/>
        <pc:sldMkLst>
          <pc:docMk/>
          <pc:sldMk cId="2397371756" sldId="257"/>
        </pc:sldMkLst>
        <pc:spChg chg="mod">
          <ac:chgData name="Nick Lamda" userId="26b53012adddb707" providerId="LiveId" clId="{FF894D05-47A3-4F78-8D6C-55016F747BAD}" dt="2026-02-03T12:13:26.658" v="5435" actId="122"/>
          <ac:spMkLst>
            <pc:docMk/>
            <pc:sldMk cId="2397371756" sldId="257"/>
            <ac:spMk id="4" creationId="{7B946358-53FA-2239-607A-AB839024A300}"/>
          </ac:spMkLst>
        </pc:spChg>
        <pc:spChg chg="mod">
          <ac:chgData name="Nick Lamda" userId="26b53012adddb707" providerId="LiveId" clId="{FF894D05-47A3-4F78-8D6C-55016F747BAD}" dt="2026-02-03T12:13:26.658" v="5435" actId="122"/>
          <ac:spMkLst>
            <pc:docMk/>
            <pc:sldMk cId="2397371756" sldId="257"/>
            <ac:spMk id="5" creationId="{5BAEE93C-FB20-5AEB-1414-821EB0C2FD28}"/>
          </ac:spMkLst>
        </pc:spChg>
        <pc:spChg chg="mod">
          <ac:chgData name="Nick Lamda" userId="26b53012adddb707" providerId="LiveId" clId="{FF894D05-47A3-4F78-8D6C-55016F747BAD}" dt="2026-02-03T12:13:26.658" v="5435" actId="122"/>
          <ac:spMkLst>
            <pc:docMk/>
            <pc:sldMk cId="2397371756" sldId="257"/>
            <ac:spMk id="6" creationId="{3564636A-C58B-37C1-D26C-C1F0258798B8}"/>
          </ac:spMkLst>
        </pc:spChg>
        <pc:picChg chg="mod">
          <ac:chgData name="Nick Lamda" userId="26b53012adddb707" providerId="LiveId" clId="{FF894D05-47A3-4F78-8D6C-55016F747BAD}" dt="2026-02-03T12:12:29.266" v="5429" actId="1076"/>
          <ac:picMkLst>
            <pc:docMk/>
            <pc:sldMk cId="2397371756" sldId="257"/>
            <ac:picMk id="3" creationId="{28F7F8B0-99EF-46B3-15B0-CA5A49E68DF5}"/>
          </ac:picMkLst>
        </pc:picChg>
      </pc:sldChg>
      <pc:sldChg chg="addSp delSp modSp mod modClrScheme addAnim delAnim modAnim chgLayout">
        <pc:chgData name="Nick Lamda" userId="26b53012adddb707" providerId="LiveId" clId="{FF894D05-47A3-4F78-8D6C-55016F747BAD}" dt="2026-02-08T18:22:00.822" v="15965"/>
        <pc:sldMkLst>
          <pc:docMk/>
          <pc:sldMk cId="4235741379" sldId="262"/>
        </pc:sldMkLst>
        <pc:spChg chg="add mod">
          <ac:chgData name="Nick Lamda" userId="26b53012adddb707" providerId="LiveId" clId="{FF894D05-47A3-4F78-8D6C-55016F747BAD}" dt="2026-02-06T10:27:26.723" v="12674"/>
          <ac:spMkLst>
            <pc:docMk/>
            <pc:sldMk cId="4235741379" sldId="262"/>
            <ac:spMk id="4" creationId="{E4DB8853-B270-177E-CE4A-7338E4868400}"/>
          </ac:spMkLst>
        </pc:spChg>
        <pc:spChg chg="add mod">
          <ac:chgData name="Nick Lamda" userId="26b53012adddb707" providerId="LiveId" clId="{FF894D05-47A3-4F78-8D6C-55016F747BAD}" dt="2026-01-29T12:57:03.297" v="1208" actId="113"/>
          <ac:spMkLst>
            <pc:docMk/>
            <pc:sldMk cId="4235741379" sldId="262"/>
            <ac:spMk id="11" creationId="{B3D219F9-7538-1F01-526E-09E6F20E0C63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15" creationId="{29DBF1BA-4676-1187-4CB0-AB0924373A97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16" creationId="{60CA46BC-32DF-25B1-D2CD-B31034EACA53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17" creationId="{4972E7F3-CF41-56DC-FC86-65220B81F4BF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18" creationId="{56438614-A4C2-B3CE-46C5-1542D3194877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19" creationId="{313E747B-0B91-B6A0-6C41-155935F536DF}"/>
          </ac:spMkLst>
        </pc:spChg>
        <pc:spChg chg="add mod ord topLvl">
          <ac:chgData name="Nick Lamda" userId="26b53012adddb707" providerId="LiveId" clId="{FF894D05-47A3-4F78-8D6C-55016F747BAD}" dt="2026-01-29T14:33:07.044" v="2629" actId="164"/>
          <ac:spMkLst>
            <pc:docMk/>
            <pc:sldMk cId="4235741379" sldId="262"/>
            <ac:spMk id="21" creationId="{6CB5C87A-124D-0BCC-1741-5D5DC5BD4E7C}"/>
          </ac:spMkLst>
        </pc:spChg>
        <pc:spChg chg="add mod topLvl">
          <ac:chgData name="Nick Lamda" userId="26b53012adddb707" providerId="LiveId" clId="{FF894D05-47A3-4F78-8D6C-55016F747BAD}" dt="2026-02-08T18:17:25.512" v="15895" actId="164"/>
          <ac:spMkLst>
            <pc:docMk/>
            <pc:sldMk cId="4235741379" sldId="262"/>
            <ac:spMk id="22" creationId="{743994E0-7B6D-62D2-6F44-92B4C65C3058}"/>
          </ac:spMkLst>
        </pc:spChg>
        <pc:spChg chg="add mod topLvl">
          <ac:chgData name="Nick Lamda" userId="26b53012adddb707" providerId="LiveId" clId="{FF894D05-47A3-4F78-8D6C-55016F747BAD}" dt="2026-02-08T18:17:25.512" v="15895" actId="164"/>
          <ac:spMkLst>
            <pc:docMk/>
            <pc:sldMk cId="4235741379" sldId="262"/>
            <ac:spMk id="23" creationId="{548F8EDD-F0EA-F30C-DD85-75E46CB71922}"/>
          </ac:spMkLst>
        </pc:spChg>
        <pc:spChg chg="add mod topLvl">
          <ac:chgData name="Nick Lamda" userId="26b53012adddb707" providerId="LiveId" clId="{FF894D05-47A3-4F78-8D6C-55016F747BAD}" dt="2026-02-08T18:17:25.512" v="15895" actId="164"/>
          <ac:spMkLst>
            <pc:docMk/>
            <pc:sldMk cId="4235741379" sldId="262"/>
            <ac:spMk id="24" creationId="{FFC5D29C-4E76-CC84-0393-045D510370B0}"/>
          </ac:spMkLst>
        </pc:spChg>
        <pc:spChg chg="add mod ord topLvl modVis">
          <ac:chgData name="Nick Lamda" userId="26b53012adddb707" providerId="LiveId" clId="{FF894D05-47A3-4F78-8D6C-55016F747BAD}" dt="2026-02-08T18:17:49.861" v="15898" actId="164"/>
          <ac:spMkLst>
            <pc:docMk/>
            <pc:sldMk cId="4235741379" sldId="262"/>
            <ac:spMk id="29" creationId="{A2CE4DDF-60DD-F44D-48DE-5C86CC7E5521}"/>
          </ac:spMkLst>
        </pc:spChg>
        <pc:spChg chg="add mod topLvl">
          <ac:chgData name="Nick Lamda" userId="26b53012adddb707" providerId="LiveId" clId="{FF894D05-47A3-4F78-8D6C-55016F747BAD}" dt="2026-02-08T18:17:10.676" v="15893" actId="164"/>
          <ac:spMkLst>
            <pc:docMk/>
            <pc:sldMk cId="4235741379" sldId="262"/>
            <ac:spMk id="35" creationId="{0FA3CF65-7201-42B3-EC38-2AA8A0180C1B}"/>
          </ac:spMkLst>
        </pc:spChg>
        <pc:spChg chg="add mod topLvl">
          <ac:chgData name="Nick Lamda" userId="26b53012adddb707" providerId="LiveId" clId="{FF894D05-47A3-4F78-8D6C-55016F747BAD}" dt="2026-02-08T18:17:15.326" v="15894" actId="164"/>
          <ac:spMkLst>
            <pc:docMk/>
            <pc:sldMk cId="4235741379" sldId="262"/>
            <ac:spMk id="36" creationId="{70515FE1-E268-6A3F-5DBF-47A5229D9703}"/>
          </ac:spMkLst>
        </pc:spChg>
        <pc:spChg chg="add mod topLvl">
          <ac:chgData name="Nick Lamda" userId="26b53012adddb707" providerId="LiveId" clId="{FF894D05-47A3-4F78-8D6C-55016F747BAD}" dt="2026-02-08T18:17:10.676" v="15893" actId="164"/>
          <ac:spMkLst>
            <pc:docMk/>
            <pc:sldMk cId="4235741379" sldId="262"/>
            <ac:spMk id="37" creationId="{B12FA4BA-449B-F53A-2AA0-33EBA074FCB8}"/>
          </ac:spMkLst>
        </pc:spChg>
        <pc:spChg chg="add mod topLvl">
          <ac:chgData name="Nick Lamda" userId="26b53012adddb707" providerId="LiveId" clId="{FF894D05-47A3-4F78-8D6C-55016F747BAD}" dt="2026-02-08T18:17:15.326" v="15894" actId="164"/>
          <ac:spMkLst>
            <pc:docMk/>
            <pc:sldMk cId="4235741379" sldId="262"/>
            <ac:spMk id="38" creationId="{216F3D8A-A876-4860-A198-BF7D43456EC5}"/>
          </ac:spMkLst>
        </pc:spChg>
        <pc:spChg chg="add mod topLvl">
          <ac:chgData name="Nick Lamda" userId="26b53012adddb707" providerId="LiveId" clId="{FF894D05-47A3-4F78-8D6C-55016F747BAD}" dt="2026-02-08T17:34:53.489" v="14115" actId="20577"/>
          <ac:spMkLst>
            <pc:docMk/>
            <pc:sldMk cId="4235741379" sldId="262"/>
            <ac:spMk id="39" creationId="{11F3D814-30B1-C4CE-C9C0-A283646CCB9D}"/>
          </ac:spMkLst>
        </pc:spChg>
        <pc:spChg chg="add mod">
          <ac:chgData name="Nick Lamda" userId="26b53012adddb707" providerId="LiveId" clId="{FF894D05-47A3-4F78-8D6C-55016F747BAD}" dt="2026-02-05T19:13:28.716" v="11558" actId="408"/>
          <ac:spMkLst>
            <pc:docMk/>
            <pc:sldMk cId="4235741379" sldId="262"/>
            <ac:spMk id="50" creationId="{3579D307-E2D8-3138-C748-3031C2AD5724}"/>
          </ac:spMkLst>
        </pc:spChg>
        <pc:spChg chg="add mod">
          <ac:chgData name="Nick Lamda" userId="26b53012adddb707" providerId="LiveId" clId="{FF894D05-47A3-4F78-8D6C-55016F747BAD}" dt="2026-02-05T19:13:10.830" v="11555" actId="14100"/>
          <ac:spMkLst>
            <pc:docMk/>
            <pc:sldMk cId="4235741379" sldId="262"/>
            <ac:spMk id="51" creationId="{3B71730A-936B-B7C3-1DBA-B4DE14718ECF}"/>
          </ac:spMkLst>
        </pc:spChg>
        <pc:spChg chg="add mod">
          <ac:chgData name="Nick Lamda" userId="26b53012adddb707" providerId="LiveId" clId="{FF894D05-47A3-4F78-8D6C-55016F747BAD}" dt="2026-02-05T19:13:28.716" v="11558" actId="408"/>
          <ac:spMkLst>
            <pc:docMk/>
            <pc:sldMk cId="4235741379" sldId="262"/>
            <ac:spMk id="52" creationId="{D51C45D3-8035-190B-23CA-5DD4AF6CBEBE}"/>
          </ac:spMkLst>
        </pc:spChg>
        <pc:spChg chg="add mod">
          <ac:chgData name="Nick Lamda" userId="26b53012adddb707" providerId="LiveId" clId="{FF894D05-47A3-4F78-8D6C-55016F747BAD}" dt="2026-02-05T19:13:10.830" v="11555" actId="14100"/>
          <ac:spMkLst>
            <pc:docMk/>
            <pc:sldMk cId="4235741379" sldId="262"/>
            <ac:spMk id="53" creationId="{FABB402A-CC5D-9411-623F-1CB12AF433EB}"/>
          </ac:spMkLst>
        </pc:spChg>
        <pc:spChg chg="add mod">
          <ac:chgData name="Nick Lamda" userId="26b53012adddb707" providerId="LiveId" clId="{FF894D05-47A3-4F78-8D6C-55016F747BAD}" dt="2026-02-05T19:13:28.716" v="11558" actId="408"/>
          <ac:spMkLst>
            <pc:docMk/>
            <pc:sldMk cId="4235741379" sldId="262"/>
            <ac:spMk id="54" creationId="{3943A839-06E3-543C-6505-F7A4E0D3DD24}"/>
          </ac:spMkLst>
        </pc:spChg>
        <pc:spChg chg="add mod">
          <ac:chgData name="Nick Lamda" userId="26b53012adddb707" providerId="LiveId" clId="{FF894D05-47A3-4F78-8D6C-55016F747BAD}" dt="2026-02-05T19:16:56.659" v="11594" actId="164"/>
          <ac:spMkLst>
            <pc:docMk/>
            <pc:sldMk cId="4235741379" sldId="262"/>
            <ac:spMk id="59" creationId="{F2019E09-54F0-B15A-C5B1-AC498A4D79BA}"/>
          </ac:spMkLst>
        </pc:spChg>
        <pc:spChg chg="add mod">
          <ac:chgData name="Nick Lamda" userId="26b53012adddb707" providerId="LiveId" clId="{FF894D05-47A3-4F78-8D6C-55016F747BAD}" dt="2026-02-05T19:16:56.659" v="11594" actId="164"/>
          <ac:spMkLst>
            <pc:docMk/>
            <pc:sldMk cId="4235741379" sldId="262"/>
            <ac:spMk id="60" creationId="{975F09D4-4734-EBE3-5CBA-A1FDF17C6728}"/>
          </ac:spMkLst>
        </pc:spChg>
        <pc:spChg chg="add mod">
          <ac:chgData name="Nick Lamda" userId="26b53012adddb707" providerId="LiveId" clId="{FF894D05-47A3-4F78-8D6C-55016F747BAD}" dt="2026-02-05T19:16:56.659" v="11594" actId="164"/>
          <ac:spMkLst>
            <pc:docMk/>
            <pc:sldMk cId="4235741379" sldId="262"/>
            <ac:spMk id="61" creationId="{D17DA86A-58DC-5E9A-9ACA-49DAEBDC4138}"/>
          </ac:spMkLst>
        </pc:spChg>
        <pc:spChg chg="add mod">
          <ac:chgData name="Nick Lamda" userId="26b53012adddb707" providerId="LiveId" clId="{FF894D05-47A3-4F78-8D6C-55016F747BAD}" dt="2026-02-05T19:16:56.659" v="11594" actId="164"/>
          <ac:spMkLst>
            <pc:docMk/>
            <pc:sldMk cId="4235741379" sldId="262"/>
            <ac:spMk id="62" creationId="{9762ADE2-343B-6509-B388-1402D29E86CE}"/>
          </ac:spMkLst>
        </pc:spChg>
        <pc:spChg chg="add mod">
          <ac:chgData name="Nick Lamda" userId="26b53012adddb707" providerId="LiveId" clId="{FF894D05-47A3-4F78-8D6C-55016F747BAD}" dt="2026-02-05T19:16:56.659" v="11594" actId="164"/>
          <ac:spMkLst>
            <pc:docMk/>
            <pc:sldMk cId="4235741379" sldId="262"/>
            <ac:spMk id="63" creationId="{2306097B-45BC-E484-9ACC-8A5E07CFE319}"/>
          </ac:spMkLst>
        </pc:spChg>
        <pc:spChg chg="add mod">
          <ac:chgData name="Nick Lamda" userId="26b53012adddb707" providerId="LiveId" clId="{FF894D05-47A3-4F78-8D6C-55016F747BAD}" dt="2026-02-05T19:21:24.170" v="11656" actId="164"/>
          <ac:spMkLst>
            <pc:docMk/>
            <pc:sldMk cId="4235741379" sldId="262"/>
            <ac:spMk id="65" creationId="{9AE5435A-5FA6-C0BD-5907-97A11DFD095F}"/>
          </ac:spMkLst>
        </pc:spChg>
        <pc:spChg chg="add mod">
          <ac:chgData name="Nick Lamda" userId="26b53012adddb707" providerId="LiveId" clId="{FF894D05-47A3-4F78-8D6C-55016F747BAD}" dt="2026-02-05T19:21:24.170" v="11656" actId="164"/>
          <ac:spMkLst>
            <pc:docMk/>
            <pc:sldMk cId="4235741379" sldId="262"/>
            <ac:spMk id="66" creationId="{86754BFB-09B5-35A3-C0F8-62908CF9EA21}"/>
          </ac:spMkLst>
        </pc:spChg>
        <pc:spChg chg="add mod">
          <ac:chgData name="Nick Lamda" userId="26b53012adddb707" providerId="LiveId" clId="{FF894D05-47A3-4F78-8D6C-55016F747BAD}" dt="2026-02-05T19:21:24.170" v="11656" actId="164"/>
          <ac:spMkLst>
            <pc:docMk/>
            <pc:sldMk cId="4235741379" sldId="262"/>
            <ac:spMk id="67" creationId="{CEB0D5EE-5DD1-B4E1-679E-ED566647A1B4}"/>
          </ac:spMkLst>
        </pc:spChg>
        <pc:grpChg chg="add mod">
          <ac:chgData name="Nick Lamda" userId="26b53012adddb707" providerId="LiveId" clId="{FF894D05-47A3-4F78-8D6C-55016F747BAD}" dt="2026-02-08T18:17:49.861" v="15898" actId="164"/>
          <ac:grpSpMkLst>
            <pc:docMk/>
            <pc:sldMk cId="4235741379" sldId="262"/>
            <ac:grpSpMk id="41" creationId="{5E63891B-8622-AE11-BB89-9AEFF2E32EB5}"/>
          </ac:grpSpMkLst>
        </pc:grpChg>
        <pc:grpChg chg="add mod">
          <ac:chgData name="Nick Lamda" userId="26b53012adddb707" providerId="LiveId" clId="{FF894D05-47A3-4F78-8D6C-55016F747BAD}" dt="2026-02-08T18:17:49.861" v="15898" actId="164"/>
          <ac:grpSpMkLst>
            <pc:docMk/>
            <pc:sldMk cId="4235741379" sldId="262"/>
            <ac:grpSpMk id="42" creationId="{34D2DB35-D03C-0BA1-5816-52C4F6D0CB28}"/>
          </ac:grpSpMkLst>
        </pc:grpChg>
        <pc:grpChg chg="add mod modVis">
          <ac:chgData name="Nick Lamda" userId="26b53012adddb707" providerId="LiveId" clId="{FF894D05-47A3-4F78-8D6C-55016F747BAD}" dt="2026-02-08T18:18:40.575" v="15914" actId="14429"/>
          <ac:grpSpMkLst>
            <pc:docMk/>
            <pc:sldMk cId="4235741379" sldId="262"/>
            <ac:grpSpMk id="43" creationId="{C68BE937-4C2C-3D62-EBBA-5430E2970E2B}"/>
          </ac:grpSpMkLst>
        </pc:grpChg>
        <pc:grpChg chg="add mod modVis">
          <ac:chgData name="Nick Lamda" userId="26b53012adddb707" providerId="LiveId" clId="{FF894D05-47A3-4F78-8D6C-55016F747BAD}" dt="2026-02-08T18:18:56.307" v="15919" actId="14429"/>
          <ac:grpSpMkLst>
            <pc:docMk/>
            <pc:sldMk cId="4235741379" sldId="262"/>
            <ac:grpSpMk id="45" creationId="{24EB6A77-6E8A-BDA7-1FE0-2AD36001EA10}"/>
          </ac:grpSpMkLst>
        </pc:grpChg>
        <pc:grpChg chg="add mod ord modVis">
          <ac:chgData name="Nick Lamda" userId="26b53012adddb707" providerId="LiveId" clId="{FF894D05-47A3-4F78-8D6C-55016F747BAD}" dt="2026-02-08T18:18:31.630" v="15910" actId="14429"/>
          <ac:grpSpMkLst>
            <pc:docMk/>
            <pc:sldMk cId="4235741379" sldId="262"/>
            <ac:grpSpMk id="46" creationId="{B76F766F-A0A4-FFE1-FDED-5DED0097C733}"/>
          </ac:grpSpMkLst>
        </pc:grpChg>
        <pc:grpChg chg="add mod topLvl">
          <ac:chgData name="Nick Lamda" userId="26b53012adddb707" providerId="LiveId" clId="{FF894D05-47A3-4F78-8D6C-55016F747BAD}" dt="2026-02-05T19:21:24.170" v="11656" actId="164"/>
          <ac:grpSpMkLst>
            <pc:docMk/>
            <pc:sldMk cId="4235741379" sldId="262"/>
            <ac:grpSpMk id="55" creationId="{C6024D31-8373-E3ED-C150-EE4058B93162}"/>
          </ac:grpSpMkLst>
        </pc:grpChg>
        <pc:grpChg chg="add mod">
          <ac:chgData name="Nick Lamda" userId="26b53012adddb707" providerId="LiveId" clId="{FF894D05-47A3-4F78-8D6C-55016F747BAD}" dt="2026-02-05T19:21:39.239" v="11657" actId="1076"/>
          <ac:grpSpMkLst>
            <pc:docMk/>
            <pc:sldMk cId="4235741379" sldId="262"/>
            <ac:grpSpMk id="64" creationId="{24F93CE3-8083-4797-978E-477A59C975D8}"/>
          </ac:grpSpMkLst>
        </pc:grpChg>
        <pc:grpChg chg="add mod">
          <ac:chgData name="Nick Lamda" userId="26b53012adddb707" providerId="LiveId" clId="{FF894D05-47A3-4F78-8D6C-55016F747BAD}" dt="2026-02-05T19:21:24.170" v="11656" actId="164"/>
          <ac:grpSpMkLst>
            <pc:docMk/>
            <pc:sldMk cId="4235741379" sldId="262"/>
            <ac:grpSpMk id="68" creationId="{676E4F09-DF53-8A9D-143F-262155E49CF4}"/>
          </ac:grpSpMkLst>
        </pc:grpChg>
        <pc:picChg chg="add mod">
          <ac:chgData name="Nick Lamda" userId="26b53012adddb707" providerId="LiveId" clId="{FF894D05-47A3-4F78-8D6C-55016F747BAD}" dt="2026-02-07T17:52:39.487" v="13914" actId="962"/>
          <ac:picMkLst>
            <pc:docMk/>
            <pc:sldMk cId="4235741379" sldId="262"/>
            <ac:picMk id="10" creationId="{D85E511F-08DB-23B2-048C-009A00A002B3}"/>
          </ac:picMkLst>
        </pc:picChg>
        <pc:picChg chg="add mod topLvl">
          <ac:chgData name="Nick Lamda" userId="26b53012adddb707" providerId="LiveId" clId="{FF894D05-47A3-4F78-8D6C-55016F747BAD}" dt="2026-02-08T18:17:25.512" v="15895" actId="164"/>
          <ac:picMkLst>
            <pc:docMk/>
            <pc:sldMk cId="4235741379" sldId="262"/>
            <ac:picMk id="14" creationId="{CB1BFF38-D197-DE75-272B-ECCD6154939F}"/>
          </ac:picMkLst>
        </pc:picChg>
        <pc:cxnChg chg="add mod">
          <ac:chgData name="Nick Lamda" userId="26b53012adddb707" providerId="LiveId" clId="{FF894D05-47A3-4F78-8D6C-55016F747BAD}" dt="2026-01-29T12:50:56.406" v="960"/>
          <ac:cxnSpMkLst>
            <pc:docMk/>
            <pc:sldMk cId="4235741379" sldId="262"/>
            <ac:cxnSpMk id="5" creationId="{384406FC-D888-FDAE-AEC0-85CED149C17D}"/>
          </ac:cxnSpMkLst>
        </pc:cxnChg>
      </pc:sldChg>
      <pc:sldChg chg="addSp delSp modSp mod modClrScheme addAnim delAnim modAnim chgLayout">
        <pc:chgData name="Nick Lamda" userId="26b53012adddb707" providerId="LiveId" clId="{FF894D05-47A3-4F78-8D6C-55016F747BAD}" dt="2026-02-08T19:19:56.325" v="16052" actId="1036"/>
        <pc:sldMkLst>
          <pc:docMk/>
          <pc:sldMk cId="2188007356" sldId="263"/>
        </pc:sldMkLst>
        <pc:spChg chg="mod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3" creationId="{FC9906E0-2C25-DF96-B884-ABD6430E2859}"/>
          </ac:spMkLst>
        </pc:spChg>
        <pc:spChg chg="add mod">
          <ac:chgData name="Nick Lamda" userId="26b53012adddb707" providerId="LiveId" clId="{FF894D05-47A3-4F78-8D6C-55016F747BAD}" dt="2026-02-04T15:39:17.247" v="7930" actId="20577"/>
          <ac:spMkLst>
            <pc:docMk/>
            <pc:sldMk cId="2188007356" sldId="263"/>
            <ac:spMk id="4" creationId="{842714A2-A5A5-C21F-DECC-EA969F823FD3}"/>
          </ac:spMkLst>
        </pc:spChg>
        <pc:spChg chg="mod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6" creationId="{7E0D936F-729E-C123-7594-0B3F2494F79C}"/>
          </ac:spMkLst>
        </pc:spChg>
        <pc:spChg chg="mod">
          <ac:chgData name="Nick Lamda" userId="26b53012adddb707" providerId="LiveId" clId="{FF894D05-47A3-4F78-8D6C-55016F747BAD}" dt="2026-02-05T18:07:45.695" v="10805" actId="338"/>
          <ac:spMkLst>
            <pc:docMk/>
            <pc:sldMk cId="2188007356" sldId="263"/>
            <ac:spMk id="8" creationId="{28E729D4-99D5-1070-A8CE-3236ACD936B8}"/>
          </ac:spMkLst>
        </pc:spChg>
        <pc:spChg chg="mod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9" creationId="{42928BB4-E332-6EBF-0070-8D33D1388A3E}"/>
          </ac:spMkLst>
        </pc:spChg>
        <pc:spChg chg="add mod">
          <ac:chgData name="Nick Lamda" userId="26b53012adddb707" providerId="LiveId" clId="{FF894D05-47A3-4F78-8D6C-55016F747BAD}" dt="2026-02-08T19:19:56.325" v="16052" actId="1036"/>
          <ac:spMkLst>
            <pc:docMk/>
            <pc:sldMk cId="2188007356" sldId="263"/>
            <ac:spMk id="11" creationId="{AEFEF658-5E46-B9DA-42FB-8579EEBEED82}"/>
          </ac:spMkLst>
        </pc:spChg>
        <pc:spChg chg="add mod topLvl">
          <ac:chgData name="Nick Lamda" userId="26b53012adddb707" providerId="LiveId" clId="{FF894D05-47A3-4F78-8D6C-55016F747BAD}" dt="2026-02-05T20:23:44.061" v="12333" actId="164"/>
          <ac:spMkLst>
            <pc:docMk/>
            <pc:sldMk cId="2188007356" sldId="263"/>
            <ac:spMk id="12" creationId="{D55C03DB-4E79-C611-53B8-FB1AD2B83C88}"/>
          </ac:spMkLst>
        </pc:spChg>
        <pc:spChg chg="add mod topLvl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13" creationId="{A2BD54D1-9B0D-D143-B4EC-22EC9C3B9E90}"/>
          </ac:spMkLst>
        </pc:spChg>
        <pc:spChg chg="add mod topLvl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14" creationId="{DDD3F659-444E-EB4C-0DFC-4247463DE9F6}"/>
          </ac:spMkLst>
        </pc:spChg>
        <pc:spChg chg="add mod">
          <ac:chgData name="Nick Lamda" userId="26b53012adddb707" providerId="LiveId" clId="{FF894D05-47A3-4F78-8D6C-55016F747BAD}" dt="2026-02-06T20:10:43.850" v="13177" actId="1035"/>
          <ac:spMkLst>
            <pc:docMk/>
            <pc:sldMk cId="2188007356" sldId="263"/>
            <ac:spMk id="15" creationId="{D62F3A19-2F92-18BC-E36C-FD9778B24DA1}"/>
          </ac:spMkLst>
        </pc:spChg>
        <pc:spChg chg="add mod">
          <ac:chgData name="Nick Lamda" userId="26b53012adddb707" providerId="LiveId" clId="{FF894D05-47A3-4F78-8D6C-55016F747BAD}" dt="2026-02-08T19:19:47.494" v="16045" actId="14100"/>
          <ac:spMkLst>
            <pc:docMk/>
            <pc:sldMk cId="2188007356" sldId="263"/>
            <ac:spMk id="16" creationId="{A6A18EB7-AF9D-DA72-8D1C-B3C4E1E81AA3}"/>
          </ac:spMkLst>
        </pc:spChg>
        <pc:spChg chg="add mod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18" creationId="{F45796E8-1411-ED33-A1B9-01299C50DF6B}"/>
          </ac:spMkLst>
        </pc:spChg>
        <pc:spChg chg="add mod topLvl">
          <ac:chgData name="Nick Lamda" userId="26b53012adddb707" providerId="LiveId" clId="{FF894D05-47A3-4F78-8D6C-55016F747BAD}" dt="2026-02-05T19:54:25.731" v="12045" actId="164"/>
          <ac:spMkLst>
            <pc:docMk/>
            <pc:sldMk cId="2188007356" sldId="263"/>
            <ac:spMk id="23" creationId="{E26B6135-F4B5-1BC3-7E73-2DEDF1A74216}"/>
          </ac:spMkLst>
        </pc:spChg>
        <pc:spChg chg="add mod">
          <ac:chgData name="Nick Lamda" userId="26b53012adddb707" providerId="LiveId" clId="{FF894D05-47A3-4F78-8D6C-55016F747BAD}" dt="2026-02-05T20:19:53.498" v="12305" actId="165"/>
          <ac:spMkLst>
            <pc:docMk/>
            <pc:sldMk cId="2188007356" sldId="263"/>
            <ac:spMk id="24" creationId="{0A27778E-FAFB-1A0A-1736-7EC37647CE2C}"/>
          </ac:spMkLst>
        </pc:spChg>
        <pc:spChg chg="add mod topLvl">
          <ac:chgData name="Nick Lamda" userId="26b53012adddb707" providerId="LiveId" clId="{FF894D05-47A3-4F78-8D6C-55016F747BAD}" dt="2026-02-05T19:54:20.188" v="12043" actId="164"/>
          <ac:spMkLst>
            <pc:docMk/>
            <pc:sldMk cId="2188007356" sldId="263"/>
            <ac:spMk id="27" creationId="{C3615A2B-15CE-AD9F-74FE-85D133D2CD80}"/>
          </ac:spMkLst>
        </pc:spChg>
        <pc:spChg chg="add mod topLvl">
          <ac:chgData name="Nick Lamda" userId="26b53012adddb707" providerId="LiveId" clId="{FF894D05-47A3-4F78-8D6C-55016F747BAD}" dt="2026-02-05T19:54:20.188" v="12043" actId="164"/>
          <ac:spMkLst>
            <pc:docMk/>
            <pc:sldMk cId="2188007356" sldId="263"/>
            <ac:spMk id="28" creationId="{BBA6F3F3-66A1-E587-E939-3EEC6FB2CB9A}"/>
          </ac:spMkLst>
        </pc:spChg>
        <pc:spChg chg="add mod topLvl">
          <ac:chgData name="Nick Lamda" userId="26b53012adddb707" providerId="LiveId" clId="{FF894D05-47A3-4F78-8D6C-55016F747BAD}" dt="2026-02-05T19:54:20.188" v="12043" actId="164"/>
          <ac:spMkLst>
            <pc:docMk/>
            <pc:sldMk cId="2188007356" sldId="263"/>
            <ac:spMk id="29" creationId="{8E9EE410-AE97-552C-62D5-725127748F59}"/>
          </ac:spMkLst>
        </pc:spChg>
        <pc:spChg chg="add mod topLvl">
          <ac:chgData name="Nick Lamda" userId="26b53012adddb707" providerId="LiveId" clId="{FF894D05-47A3-4F78-8D6C-55016F747BAD}" dt="2026-02-05T20:22:36.466" v="12314" actId="164"/>
          <ac:spMkLst>
            <pc:docMk/>
            <pc:sldMk cId="2188007356" sldId="263"/>
            <ac:spMk id="38" creationId="{37237A2E-F7FF-8161-17CF-18005BDBDA4F}"/>
          </ac:spMkLst>
        </pc:spChg>
        <pc:spChg chg="add mod topLvl">
          <ac:chgData name="Nick Lamda" userId="26b53012adddb707" providerId="LiveId" clId="{FF894D05-47A3-4F78-8D6C-55016F747BAD}" dt="2026-02-05T20:22:05.094" v="12311" actId="164"/>
          <ac:spMkLst>
            <pc:docMk/>
            <pc:sldMk cId="2188007356" sldId="263"/>
            <ac:spMk id="39" creationId="{32BB9BCD-AC1A-6672-002C-E34EA5E99C41}"/>
          </ac:spMkLst>
        </pc:spChg>
        <pc:spChg chg="add mod ord topLvl">
          <ac:chgData name="Nick Lamda" userId="26b53012adddb707" providerId="LiveId" clId="{FF894D05-47A3-4F78-8D6C-55016F747BAD}" dt="2026-02-07T17:22:43.386" v="13336" actId="14100"/>
          <ac:spMkLst>
            <pc:docMk/>
            <pc:sldMk cId="2188007356" sldId="263"/>
            <ac:spMk id="42" creationId="{359569F9-44FF-928B-6920-45228A71F48C}"/>
          </ac:spMkLst>
        </pc:spChg>
        <pc:grpChg chg="add mod">
          <ac:chgData name="Nick Lamda" userId="26b53012adddb707" providerId="LiveId" clId="{FF894D05-47A3-4F78-8D6C-55016F747BAD}" dt="2026-02-05T20:22:05.094" v="12311" actId="164"/>
          <ac:grpSpMkLst>
            <pc:docMk/>
            <pc:sldMk cId="2188007356" sldId="263"/>
            <ac:grpSpMk id="2" creationId="{1184435F-60FA-FF45-AE9B-67C012493E12}"/>
          </ac:grpSpMkLst>
        </pc:grpChg>
        <pc:grpChg chg="add mod">
          <ac:chgData name="Nick Lamda" userId="26b53012adddb707" providerId="LiveId" clId="{FF894D05-47A3-4F78-8D6C-55016F747BAD}" dt="2026-02-02T23:09:19.584" v="2824" actId="164"/>
          <ac:grpSpMkLst>
            <pc:docMk/>
            <pc:sldMk cId="2188007356" sldId="263"/>
            <ac:grpSpMk id="7" creationId="{BDFB3F2A-DFCF-938A-6BB6-D29DD598321F}"/>
          </ac:grpSpMkLst>
        </pc:grpChg>
        <pc:grpChg chg="add mod">
          <ac:chgData name="Nick Lamda" userId="26b53012adddb707" providerId="LiveId" clId="{FF894D05-47A3-4F78-8D6C-55016F747BAD}" dt="2026-02-06T20:10:37.795" v="13163" actId="1036"/>
          <ac:grpSpMkLst>
            <pc:docMk/>
            <pc:sldMk cId="2188007356" sldId="263"/>
            <ac:grpSpMk id="19" creationId="{6C26F113-A346-5596-1799-85D2FA01981D}"/>
          </ac:grpSpMkLst>
        </pc:grpChg>
        <pc:grpChg chg="add mod ord">
          <ac:chgData name="Nick Lamda" userId="26b53012adddb707" providerId="LiveId" clId="{FF894D05-47A3-4F78-8D6C-55016F747BAD}" dt="2026-02-02T23:07:53.816" v="2808" actId="164"/>
          <ac:grpSpMkLst>
            <pc:docMk/>
            <pc:sldMk cId="2188007356" sldId="263"/>
            <ac:grpSpMk id="22" creationId="{729F438A-A90D-1705-C60F-790C1A5FA0A4}"/>
          </ac:grpSpMkLst>
        </pc:grpChg>
        <pc:grpChg chg="add mod">
          <ac:chgData name="Nick Lamda" userId="26b53012adddb707" providerId="LiveId" clId="{FF894D05-47A3-4F78-8D6C-55016F747BAD}" dt="2026-02-04T18:51:33.698" v="9225" actId="164"/>
          <ac:grpSpMkLst>
            <pc:docMk/>
            <pc:sldMk cId="2188007356" sldId="263"/>
            <ac:grpSpMk id="25" creationId="{B1E17309-5CD5-2BE3-D8A3-6FCF3A07D62B}"/>
          </ac:grpSpMkLst>
        </pc:grpChg>
        <pc:grpChg chg="add mod">
          <ac:chgData name="Nick Lamda" userId="26b53012adddb707" providerId="LiveId" clId="{FF894D05-47A3-4F78-8D6C-55016F747BAD}" dt="2026-02-02T23:09:19.584" v="2824" actId="164"/>
          <ac:grpSpMkLst>
            <pc:docMk/>
            <pc:sldMk cId="2188007356" sldId="263"/>
            <ac:grpSpMk id="34" creationId="{1E86DEA1-5329-C32A-E655-32218B08B9B2}"/>
          </ac:grpSpMkLst>
        </pc:grpChg>
        <pc:grpChg chg="add mod">
          <ac:chgData name="Nick Lamda" userId="26b53012adddb707" providerId="LiveId" clId="{FF894D05-47A3-4F78-8D6C-55016F747BAD}" dt="2026-02-05T20:22:36.466" v="12314" actId="164"/>
          <ac:grpSpMkLst>
            <pc:docMk/>
            <pc:sldMk cId="2188007356" sldId="263"/>
            <ac:grpSpMk id="36" creationId="{9EE8BA22-1F4F-7314-B95D-DEE9DF2746E9}"/>
          </ac:grpSpMkLst>
        </pc:grpChg>
        <pc:grpChg chg="add mod">
          <ac:chgData name="Nick Lamda" userId="26b53012adddb707" providerId="LiveId" clId="{FF894D05-47A3-4F78-8D6C-55016F747BAD}" dt="2026-02-05T19:54:25.731" v="12045" actId="164"/>
          <ac:grpSpMkLst>
            <pc:docMk/>
            <pc:sldMk cId="2188007356" sldId="263"/>
            <ac:grpSpMk id="46" creationId="{D6E8C837-4737-D529-C8AF-E6E95DD5BEEC}"/>
          </ac:grpSpMkLst>
        </pc:grpChg>
        <pc:grpChg chg="add mod">
          <ac:chgData name="Nick Lamda" userId="26b53012adddb707" providerId="LiveId" clId="{FF894D05-47A3-4F78-8D6C-55016F747BAD}" dt="2026-02-05T19:55:03.977" v="12048" actId="164"/>
          <ac:grpSpMkLst>
            <pc:docMk/>
            <pc:sldMk cId="2188007356" sldId="263"/>
            <ac:grpSpMk id="47" creationId="{99775935-BE23-9F18-1208-365CE6A568B9}"/>
          </ac:grpSpMkLst>
        </pc:grpChg>
        <pc:grpChg chg="add mod">
          <ac:chgData name="Nick Lamda" userId="26b53012adddb707" providerId="LiveId" clId="{FF894D05-47A3-4F78-8D6C-55016F747BAD}" dt="2026-02-06T20:10:37.795" v="13163" actId="1036"/>
          <ac:grpSpMkLst>
            <pc:docMk/>
            <pc:sldMk cId="2188007356" sldId="263"/>
            <ac:grpSpMk id="48" creationId="{0EB9C247-04AA-C4C5-1D98-F6FA9DC5DADE}"/>
          </ac:grpSpMkLst>
        </pc:grpChg>
        <pc:grpChg chg="add mod">
          <ac:chgData name="Nick Lamda" userId="26b53012adddb707" providerId="LiveId" clId="{FF894D05-47A3-4F78-8D6C-55016F747BAD}" dt="2026-02-06T20:10:37.795" v="13163" actId="1036"/>
          <ac:grpSpMkLst>
            <pc:docMk/>
            <pc:sldMk cId="2188007356" sldId="263"/>
            <ac:grpSpMk id="49" creationId="{F0FF5201-A8C9-C02B-71D0-13C5522AC27A}"/>
          </ac:grpSpMkLst>
        </pc:grpChg>
        <pc:grpChg chg="add mod">
          <ac:chgData name="Nick Lamda" userId="26b53012adddb707" providerId="LiveId" clId="{FF894D05-47A3-4F78-8D6C-55016F747BAD}" dt="2026-02-06T20:10:37.795" v="13163" actId="1036"/>
          <ac:grpSpMkLst>
            <pc:docMk/>
            <pc:sldMk cId="2188007356" sldId="263"/>
            <ac:grpSpMk id="50" creationId="{DD5C3953-B81D-8F9C-EAC1-07509DDAD87B}"/>
          </ac:grpSpMkLst>
        </pc:grpChg>
        <pc:grpChg chg="add mod">
          <ac:chgData name="Nick Lamda" userId="26b53012adddb707" providerId="LiveId" clId="{FF894D05-47A3-4F78-8D6C-55016F747BAD}" dt="2026-02-06T20:10:37.795" v="13163" actId="1036"/>
          <ac:grpSpMkLst>
            <pc:docMk/>
            <pc:sldMk cId="2188007356" sldId="263"/>
            <ac:grpSpMk id="51" creationId="{E18667A7-6825-24C7-3D0E-EFC9C6A20AAF}"/>
          </ac:grpSpMkLst>
        </pc:grpChg>
        <pc:picChg chg="add mod">
          <ac:chgData name="Nick Lamda" userId="26b53012adddb707" providerId="LiveId" clId="{FF894D05-47A3-4F78-8D6C-55016F747BAD}" dt="2026-02-05T18:09:15.710" v="10829" actId="1035"/>
          <ac:picMkLst>
            <pc:docMk/>
            <pc:sldMk cId="2188007356" sldId="263"/>
            <ac:picMk id="31" creationId="{9D66D76B-A4BB-0078-A875-658FCE8E8A3E}"/>
          </ac:picMkLst>
        </pc:picChg>
        <pc:picChg chg="add mod">
          <ac:chgData name="Nick Lamda" userId="26b53012adddb707" providerId="LiveId" clId="{FF894D05-47A3-4F78-8D6C-55016F747BAD}" dt="2026-02-05T18:09:19.986" v="10836" actId="1035"/>
          <ac:picMkLst>
            <pc:docMk/>
            <pc:sldMk cId="2188007356" sldId="263"/>
            <ac:picMk id="33" creationId="{055FA258-8AFA-32FC-7350-C9EE5E04CF15}"/>
          </ac:picMkLst>
        </pc:picChg>
        <pc:picChg chg="add mod">
          <ac:chgData name="Nick Lamda" userId="26b53012adddb707" providerId="LiveId" clId="{FF894D05-47A3-4F78-8D6C-55016F747BAD}" dt="2026-02-05T17:57:27.345" v="10589" actId="1035"/>
          <ac:picMkLst>
            <pc:docMk/>
            <pc:sldMk cId="2188007356" sldId="263"/>
            <ac:picMk id="43" creationId="{2EA2C9E9-F348-ED89-A7E6-09EC1BD0D33A}"/>
          </ac:picMkLst>
        </pc:picChg>
        <pc:cxnChg chg="add mod">
          <ac:chgData name="Nick Lamda" userId="26b53012adddb707" providerId="LiveId" clId="{FF894D05-47A3-4F78-8D6C-55016F747BAD}" dt="2026-01-29T13:55:31.268" v="1905"/>
          <ac:cxnSpMkLst>
            <pc:docMk/>
            <pc:sldMk cId="2188007356" sldId="263"/>
            <ac:cxnSpMk id="5" creationId="{9BF50105-0ACD-C4D7-80D5-BA022C5F8256}"/>
          </ac:cxnSpMkLst>
        </pc:cxnChg>
        <pc:cxnChg chg="add mod">
          <ac:chgData name="Nick Lamda" userId="26b53012adddb707" providerId="LiveId" clId="{FF894D05-47A3-4F78-8D6C-55016F747BAD}" dt="2026-02-02T23:08:12.896" v="2810" actId="14100"/>
          <ac:cxnSpMkLst>
            <pc:docMk/>
            <pc:sldMk cId="2188007356" sldId="263"/>
            <ac:cxnSpMk id="17" creationId="{D0F4B875-BA37-D824-A1C5-D98128985BC7}"/>
          </ac:cxnSpMkLst>
        </pc:cxnChg>
      </pc:sldChg>
      <pc:sldChg chg="addSp delSp modSp mod modClrScheme addAnim delAnim modAnim chgLayout">
        <pc:chgData name="Nick Lamda" userId="26b53012adddb707" providerId="LiveId" clId="{FF894D05-47A3-4F78-8D6C-55016F747BAD}" dt="2026-02-08T19:21:38.150" v="16053"/>
        <pc:sldMkLst>
          <pc:docMk/>
          <pc:sldMk cId="3026527550" sldId="264"/>
        </pc:sldMkLst>
        <pc:spChg chg="add mod">
          <ac:chgData name="Nick Lamda" userId="26b53012adddb707" providerId="LiveId" clId="{FF894D05-47A3-4F78-8D6C-55016F747BAD}" dt="2026-02-03T10:16:07.225" v="4131" actId="1076"/>
          <ac:spMkLst>
            <pc:docMk/>
            <pc:sldMk cId="3026527550" sldId="264"/>
            <ac:spMk id="2" creationId="{AB014C56-FFD9-5DC0-7F11-B78D5D40E738}"/>
          </ac:spMkLst>
        </pc:spChg>
        <pc:spChg chg="add mod">
          <ac:chgData name="Nick Lamda" userId="26b53012adddb707" providerId="LiveId" clId="{FF894D05-47A3-4F78-8D6C-55016F747BAD}" dt="2026-02-02T23:35:44.403" v="3134" actId="20577"/>
          <ac:spMkLst>
            <pc:docMk/>
            <pc:sldMk cId="3026527550" sldId="264"/>
            <ac:spMk id="4" creationId="{8F728570-54A1-CF39-2153-4F4C998E7F80}"/>
          </ac:spMkLst>
        </pc:spChg>
        <pc:spChg chg="add mod">
          <ac:chgData name="Nick Lamda" userId="26b53012adddb707" providerId="LiveId" clId="{FF894D05-47A3-4F78-8D6C-55016F747BAD}" dt="2026-02-02T23:58:45.030" v="3667" actId="113"/>
          <ac:spMkLst>
            <pc:docMk/>
            <pc:sldMk cId="3026527550" sldId="264"/>
            <ac:spMk id="7" creationId="{D3EDB45E-9F9B-E054-CD48-D1BA4059D20C}"/>
          </ac:spMkLst>
        </pc:spChg>
        <pc:spChg chg="add mod">
          <ac:chgData name="Nick Lamda" userId="26b53012adddb707" providerId="LiveId" clId="{FF894D05-47A3-4F78-8D6C-55016F747BAD}" dt="2026-02-03T10:14:50.685" v="4126" actId="1076"/>
          <ac:spMkLst>
            <pc:docMk/>
            <pc:sldMk cId="3026527550" sldId="264"/>
            <ac:spMk id="10" creationId="{384FFD34-A325-724D-F827-6581C94BF20D}"/>
          </ac:spMkLst>
        </pc:spChg>
        <pc:spChg chg="add mod">
          <ac:chgData name="Nick Lamda" userId="26b53012adddb707" providerId="LiveId" clId="{FF894D05-47A3-4F78-8D6C-55016F747BAD}" dt="2026-02-05T19:57:54.093" v="12054" actId="20577"/>
          <ac:spMkLst>
            <pc:docMk/>
            <pc:sldMk cId="3026527550" sldId="264"/>
            <ac:spMk id="11" creationId="{A931DD1B-959E-FF4E-1301-3DEC229E3A7C}"/>
          </ac:spMkLst>
        </pc:spChg>
        <pc:spChg chg="add mod">
          <ac:chgData name="Nick Lamda" userId="26b53012adddb707" providerId="LiveId" clId="{FF894D05-47A3-4F78-8D6C-55016F747BAD}" dt="2026-02-05T19:57:36.727" v="12050" actId="1076"/>
          <ac:spMkLst>
            <pc:docMk/>
            <pc:sldMk cId="3026527550" sldId="264"/>
            <ac:spMk id="12" creationId="{BFA03918-4404-7540-F615-316B778FF2D1}"/>
          </ac:spMkLst>
        </pc:spChg>
        <pc:spChg chg="add mod ord">
          <ac:chgData name="Nick Lamda" userId="26b53012adddb707" providerId="LiveId" clId="{FF894D05-47A3-4F78-8D6C-55016F747BAD}" dt="2026-02-05T20:26:15.868" v="12342" actId="207"/>
          <ac:spMkLst>
            <pc:docMk/>
            <pc:sldMk cId="3026527550" sldId="264"/>
            <ac:spMk id="31" creationId="{D521B59E-CE29-C65A-BC2B-E65FB3F3CAC6}"/>
          </ac:spMkLst>
        </pc:spChg>
        <pc:spChg chg="add mod">
          <ac:chgData name="Nick Lamda" userId="26b53012adddb707" providerId="LiveId" clId="{FF894D05-47A3-4F78-8D6C-55016F747BAD}" dt="2026-02-05T17:32:28.547" v="9946" actId="207"/>
          <ac:spMkLst>
            <pc:docMk/>
            <pc:sldMk cId="3026527550" sldId="264"/>
            <ac:spMk id="42" creationId="{9E198C52-B530-B1C5-4483-5F1F17B5D7CD}"/>
          </ac:spMkLst>
        </pc:spChg>
        <pc:grpChg chg="add mod">
          <ac:chgData name="Nick Lamda" userId="26b53012adddb707" providerId="LiveId" clId="{FF894D05-47A3-4F78-8D6C-55016F747BAD}" dt="2026-02-03T10:10:26.759" v="4114" actId="164"/>
          <ac:grpSpMkLst>
            <pc:docMk/>
            <pc:sldMk cId="3026527550" sldId="264"/>
            <ac:grpSpMk id="39" creationId="{29B6B419-98AF-04CC-39D2-BD385267F33E}"/>
          </ac:grpSpMkLst>
        </pc:grpChg>
        <pc:grpChg chg="add mod">
          <ac:chgData name="Nick Lamda" userId="26b53012adddb707" providerId="LiveId" clId="{FF894D05-47A3-4F78-8D6C-55016F747BAD}" dt="2026-02-03T10:16:30.812" v="4133" actId="1076"/>
          <ac:grpSpMkLst>
            <pc:docMk/>
            <pc:sldMk cId="3026527550" sldId="264"/>
            <ac:grpSpMk id="40" creationId="{5EB5563F-04B2-CAEA-C760-7BAB63952E66}"/>
          </ac:grpSpMkLst>
        </pc:grpChg>
        <pc:graphicFrameChg chg="add mod">
          <ac:chgData name="Nick Lamda" userId="26b53012adddb707" providerId="LiveId" clId="{FF894D05-47A3-4F78-8D6C-55016F747BAD}" dt="2026-02-05T20:26:28.648" v="12344" actId="207"/>
          <ac:graphicFrameMkLst>
            <pc:docMk/>
            <pc:sldMk cId="3026527550" sldId="264"/>
            <ac:graphicFrameMk id="16" creationId="{8468B57A-0969-040A-85EB-7970CF4CD984}"/>
          </ac:graphicFrameMkLst>
        </pc:graphicFrameChg>
        <pc:picChg chg="add mod">
          <ac:chgData name="Nick Lamda" userId="26b53012adddb707" providerId="LiveId" clId="{FF894D05-47A3-4F78-8D6C-55016F747BAD}" dt="2026-02-07T17:52:59.469" v="13960" actId="962"/>
          <ac:picMkLst>
            <pc:docMk/>
            <pc:sldMk cId="3026527550" sldId="264"/>
            <ac:picMk id="9" creationId="{1E563CCC-3829-6BD6-FD5A-91E67E345072}"/>
          </ac:picMkLst>
        </pc:picChg>
        <pc:cxnChg chg="add mod">
          <ac:chgData name="Nick Lamda" userId="26b53012adddb707" providerId="LiveId" clId="{FF894D05-47A3-4F78-8D6C-55016F747BAD}" dt="2026-02-02T23:35:20.110" v="3084"/>
          <ac:cxnSpMkLst>
            <pc:docMk/>
            <pc:sldMk cId="3026527550" sldId="264"/>
            <ac:cxnSpMk id="5" creationId="{F8C5D252-A1A7-5C1F-E281-A810980DD0B6}"/>
          </ac:cxnSpMkLst>
        </pc:cxnChg>
        <pc:cxnChg chg="add mod">
          <ac:chgData name="Nick Lamda" userId="26b53012adddb707" providerId="LiveId" clId="{FF894D05-47A3-4F78-8D6C-55016F747BAD}" dt="2026-02-03T11:42:32.037" v="5327" actId="12788"/>
          <ac:cxnSpMkLst>
            <pc:docMk/>
            <pc:sldMk cId="3026527550" sldId="264"/>
            <ac:cxnSpMk id="6" creationId="{BFFD3560-7B5E-7857-3A8F-E861B1904B52}"/>
          </ac:cxnSpMkLst>
        </pc:cxnChg>
        <pc:cxnChg chg="add mod">
          <ac:chgData name="Nick Lamda" userId="26b53012adddb707" providerId="LiveId" clId="{FF894D05-47A3-4F78-8D6C-55016F747BAD}" dt="2026-02-05T20:26:23.121" v="12343" actId="208"/>
          <ac:cxnSpMkLst>
            <pc:docMk/>
            <pc:sldMk cId="3026527550" sldId="264"/>
            <ac:cxnSpMk id="33" creationId="{C3F09528-92D0-9CB5-7EA9-9228A903FE92}"/>
          </ac:cxnSpMkLst>
        </pc:cxnChg>
        <pc:cxnChg chg="add mod">
          <ac:chgData name="Nick Lamda" userId="26b53012adddb707" providerId="LiveId" clId="{FF894D05-47A3-4F78-8D6C-55016F747BAD}" dt="2026-02-05T20:26:23.121" v="12343" actId="208"/>
          <ac:cxnSpMkLst>
            <pc:docMk/>
            <pc:sldMk cId="3026527550" sldId="264"/>
            <ac:cxnSpMk id="35" creationId="{F0775C14-B0F1-A969-C23F-D8640759C594}"/>
          </ac:cxnSpMkLst>
        </pc:cxnChg>
      </pc:sldChg>
      <pc:sldChg chg="addSp delSp modSp mod modTransition setBg modClrScheme addAnim delAnim modAnim chgLayout modNotesTx">
        <pc:chgData name="Nick Lamda" userId="26b53012adddb707" providerId="LiveId" clId="{FF894D05-47A3-4F78-8D6C-55016F747BAD}" dt="2026-02-10T18:56:30.741" v="16391" actId="20577"/>
        <pc:sldMkLst>
          <pc:docMk/>
          <pc:sldMk cId="4193076652" sldId="267"/>
        </pc:sldMkLst>
        <pc:spChg chg="add mod">
          <ac:chgData name="Nick Lamda" userId="26b53012adddb707" providerId="LiveId" clId="{FF894D05-47A3-4F78-8D6C-55016F747BAD}" dt="2026-02-04T19:20:33.187" v="9481" actId="14100"/>
          <ac:spMkLst>
            <pc:docMk/>
            <pc:sldMk cId="4193076652" sldId="267"/>
            <ac:spMk id="4" creationId="{39B59A00-0325-0954-2512-AFD0AB084A7B}"/>
          </ac:spMkLst>
        </pc:spChg>
        <pc:spChg chg="add mod">
          <ac:chgData name="Nick Lamda" userId="26b53012adddb707" providerId="LiveId" clId="{FF894D05-47A3-4F78-8D6C-55016F747BAD}" dt="2026-02-04T19:20:33.187" v="9481" actId="14100"/>
          <ac:spMkLst>
            <pc:docMk/>
            <pc:sldMk cId="4193076652" sldId="267"/>
            <ac:spMk id="8" creationId="{4AE8449F-90F1-CBE9-9C8C-89CC1463192D}"/>
          </ac:spMkLst>
        </pc:spChg>
        <pc:spChg chg="add mod">
          <ac:chgData name="Nick Lamda" userId="26b53012adddb707" providerId="LiveId" clId="{FF894D05-47A3-4F78-8D6C-55016F747BAD}" dt="2026-02-04T19:20:33.187" v="9481" actId="14100"/>
          <ac:spMkLst>
            <pc:docMk/>
            <pc:sldMk cId="4193076652" sldId="267"/>
            <ac:spMk id="9" creationId="{35C17D10-A925-C759-52C9-E0F5050CDDAB}"/>
          </ac:spMkLst>
        </pc:spChg>
        <pc:spChg chg="add mod">
          <ac:chgData name="Nick Lamda" userId="26b53012adddb707" providerId="LiveId" clId="{FF894D05-47A3-4F78-8D6C-55016F747BAD}" dt="2026-02-05T21:30:59.995" v="12615" actId="20577"/>
          <ac:spMkLst>
            <pc:docMk/>
            <pc:sldMk cId="4193076652" sldId="267"/>
            <ac:spMk id="16" creationId="{3BF7749C-603E-8A14-4067-43B5A32BC9A6}"/>
          </ac:spMkLst>
        </pc:spChg>
        <pc:spChg chg="add mod">
          <ac:chgData name="Nick Lamda" userId="26b53012adddb707" providerId="LiveId" clId="{FF894D05-47A3-4F78-8D6C-55016F747BAD}" dt="2026-02-04T19:26:45.958" v="9522" actId="14100"/>
          <ac:spMkLst>
            <pc:docMk/>
            <pc:sldMk cId="4193076652" sldId="267"/>
            <ac:spMk id="27" creationId="{54DBE639-C86C-ABB1-3B2D-0EE0E0AA5469}"/>
          </ac:spMkLst>
        </pc:spChg>
        <pc:spChg chg="add mod">
          <ac:chgData name="Nick Lamda" userId="26b53012adddb707" providerId="LiveId" clId="{FF894D05-47A3-4F78-8D6C-55016F747BAD}" dt="2026-02-04T19:26:55.363" v="9523" actId="1076"/>
          <ac:spMkLst>
            <pc:docMk/>
            <pc:sldMk cId="4193076652" sldId="267"/>
            <ac:spMk id="28" creationId="{0321E0A0-17B9-9AEF-90FA-808B9E622F82}"/>
          </ac:spMkLst>
        </pc:spChg>
        <pc:spChg chg="mod">
          <ac:chgData name="Nick Lamda" userId="26b53012adddb707" providerId="LiveId" clId="{FF894D05-47A3-4F78-8D6C-55016F747BAD}" dt="2026-02-04T19:29:06.676" v="9541"/>
          <ac:spMkLst>
            <pc:docMk/>
            <pc:sldMk cId="4193076652" sldId="267"/>
            <ac:spMk id="49" creationId="{19290C59-80A1-55BB-A427-983388A9F615}"/>
          </ac:spMkLst>
        </pc:spChg>
        <pc:spChg chg="mod">
          <ac:chgData name="Nick Lamda" userId="26b53012adddb707" providerId="LiveId" clId="{FF894D05-47A3-4F78-8D6C-55016F747BAD}" dt="2026-02-04T19:28:59.603" v="9540"/>
          <ac:spMkLst>
            <pc:docMk/>
            <pc:sldMk cId="4193076652" sldId="267"/>
            <ac:spMk id="51" creationId="{FF2AC4F7-A669-D4CF-EC7C-910DB7EBAC00}"/>
          </ac:spMkLst>
        </pc:spChg>
        <pc:spChg chg="mod">
          <ac:chgData name="Nick Lamda" userId="26b53012adddb707" providerId="LiveId" clId="{FF894D05-47A3-4F78-8D6C-55016F747BAD}" dt="2026-02-04T19:28:54.601" v="9538"/>
          <ac:spMkLst>
            <pc:docMk/>
            <pc:sldMk cId="4193076652" sldId="267"/>
            <ac:spMk id="52" creationId="{6EFD8641-C102-3032-DF4D-F9E2E366EF56}"/>
          </ac:spMkLst>
        </pc:spChg>
        <pc:spChg chg="mod">
          <ac:chgData name="Nick Lamda" userId="26b53012adddb707" providerId="LiveId" clId="{FF894D05-47A3-4F78-8D6C-55016F747BAD}" dt="2026-02-05T21:28:54.344" v="12599" actId="20577"/>
          <ac:spMkLst>
            <pc:docMk/>
            <pc:sldMk cId="4193076652" sldId="267"/>
            <ac:spMk id="54" creationId="{6A7483E2-9C64-19D7-F74F-1C9A77AD3189}"/>
          </ac:spMkLst>
        </pc:spChg>
        <pc:spChg chg="mod">
          <ac:chgData name="Nick Lamda" userId="26b53012adddb707" providerId="LiveId" clId="{FF894D05-47A3-4F78-8D6C-55016F747BAD}" dt="2026-02-05T21:28:21.682" v="12577"/>
          <ac:spMkLst>
            <pc:docMk/>
            <pc:sldMk cId="4193076652" sldId="267"/>
            <ac:spMk id="56" creationId="{9211AC3B-10E2-4054-4903-9AC23B3402B6}"/>
          </ac:spMkLst>
        </pc:spChg>
        <pc:spChg chg="mod">
          <ac:chgData name="Nick Lamda" userId="26b53012adddb707" providerId="LiveId" clId="{FF894D05-47A3-4F78-8D6C-55016F747BAD}" dt="2026-02-05T21:28:21.682" v="12577"/>
          <ac:spMkLst>
            <pc:docMk/>
            <pc:sldMk cId="4193076652" sldId="267"/>
            <ac:spMk id="57" creationId="{A40C3E01-545E-A658-E5A9-F82DB9019B1C}"/>
          </ac:spMkLst>
        </pc:spChg>
        <pc:grpChg chg="add mod">
          <ac:chgData name="Nick Lamda" userId="26b53012adddb707" providerId="LiveId" clId="{FF894D05-47A3-4F78-8D6C-55016F747BAD}" dt="2026-02-04T19:22:42.879" v="9493" actId="164"/>
          <ac:grpSpMkLst>
            <pc:docMk/>
            <pc:sldMk cId="4193076652" sldId="267"/>
            <ac:grpSpMk id="29" creationId="{8D3E775D-100C-0522-14C6-F83A21E9D8DA}"/>
          </ac:grpSpMkLst>
        </pc:grpChg>
        <pc:grpChg chg="add mod">
          <ac:chgData name="Nick Lamda" userId="26b53012adddb707" providerId="LiveId" clId="{FF894D05-47A3-4F78-8D6C-55016F747BAD}" dt="2026-02-05T17:33:17.069" v="9950" actId="1076"/>
          <ac:grpSpMkLst>
            <pc:docMk/>
            <pc:sldMk cId="4193076652" sldId="267"/>
            <ac:grpSpMk id="35" creationId="{454AE4CB-F908-E99C-F717-1047F313EB80}"/>
          </ac:grpSpMkLst>
        </pc:grpChg>
        <pc:grpChg chg="add mod">
          <ac:chgData name="Nick Lamda" userId="26b53012adddb707" providerId="LiveId" clId="{FF894D05-47A3-4F78-8D6C-55016F747BAD}" dt="2026-02-04T19:30:13.810" v="9553" actId="12788"/>
          <ac:grpSpMkLst>
            <pc:docMk/>
            <pc:sldMk cId="4193076652" sldId="267"/>
            <ac:grpSpMk id="48" creationId="{33624101-0227-182F-1FDA-42D7A99F831B}"/>
          </ac:grpSpMkLst>
        </pc:grpChg>
        <pc:grpChg chg="mod">
          <ac:chgData name="Nick Lamda" userId="26b53012adddb707" providerId="LiveId" clId="{FF894D05-47A3-4F78-8D6C-55016F747BAD}" dt="2026-02-04T19:28:54.601" v="9538"/>
          <ac:grpSpMkLst>
            <pc:docMk/>
            <pc:sldMk cId="4193076652" sldId="267"/>
            <ac:grpSpMk id="50" creationId="{5A6FB933-F5DC-2F19-B8C0-079AD3DBCF98}"/>
          </ac:grpSpMkLst>
        </pc:grpChg>
        <pc:grpChg chg="add mod">
          <ac:chgData name="Nick Lamda" userId="26b53012adddb707" providerId="LiveId" clId="{FF894D05-47A3-4F78-8D6C-55016F747BAD}" dt="2026-02-05T21:28:21.682" v="12577"/>
          <ac:grpSpMkLst>
            <pc:docMk/>
            <pc:sldMk cId="4193076652" sldId="267"/>
            <ac:grpSpMk id="53" creationId="{9701E048-F435-CA25-1702-130F8DAEE529}"/>
          </ac:grpSpMkLst>
        </pc:grpChg>
        <pc:grpChg chg="mod">
          <ac:chgData name="Nick Lamda" userId="26b53012adddb707" providerId="LiveId" clId="{FF894D05-47A3-4F78-8D6C-55016F747BAD}" dt="2026-02-05T21:28:21.682" v="12577"/>
          <ac:grpSpMkLst>
            <pc:docMk/>
            <pc:sldMk cId="4193076652" sldId="267"/>
            <ac:grpSpMk id="55" creationId="{D50680A2-C750-B1CC-35A4-569BFAF17433}"/>
          </ac:grpSpMkLst>
        </pc:grpChg>
        <pc:grpChg chg="add mod">
          <ac:chgData name="Nick Lamda" userId="26b53012adddb707" providerId="LiveId" clId="{FF894D05-47A3-4F78-8D6C-55016F747BAD}" dt="2026-02-04T21:06:53.250" v="9701" actId="164"/>
          <ac:grpSpMkLst>
            <pc:docMk/>
            <pc:sldMk cId="4193076652" sldId="267"/>
            <ac:grpSpMk id="58" creationId="{E0A5E81A-BBA6-47C8-561C-CDBBBD9D5685}"/>
          </ac:grpSpMkLst>
        </pc:grpChg>
        <pc:graphicFrameChg chg="add mod modGraphic">
          <ac:chgData name="Nick Lamda" userId="26b53012adddb707" providerId="LiveId" clId="{FF894D05-47A3-4F78-8D6C-55016F747BAD}" dt="2026-02-10T18:56:30.741" v="16391" actId="20577"/>
          <ac:graphicFrameMkLst>
            <pc:docMk/>
            <pc:sldMk cId="4193076652" sldId="267"/>
            <ac:graphicFrameMk id="2" creationId="{0C409779-F755-3794-0458-805BFE0E7C9D}"/>
          </ac:graphicFrameMkLst>
        </pc:graphicFrameChg>
        <pc:picChg chg="add mod">
          <ac:chgData name="Nick Lamda" userId="26b53012adddb707" providerId="LiveId" clId="{FF894D05-47A3-4F78-8D6C-55016F747BAD}" dt="2026-02-04T21:06:53.250" v="9701" actId="164"/>
          <ac:picMkLst>
            <pc:docMk/>
            <pc:sldMk cId="4193076652" sldId="267"/>
            <ac:picMk id="12" creationId="{E8392D83-C5E4-332A-C9E9-F7FCEB6E2FF0}"/>
          </ac:picMkLst>
        </pc:picChg>
        <pc:picChg chg="add mod">
          <ac:chgData name="Nick Lamda" userId="26b53012adddb707" providerId="LiveId" clId="{FF894D05-47A3-4F78-8D6C-55016F747BAD}" dt="2026-02-04T21:06:53.250" v="9701" actId="164"/>
          <ac:picMkLst>
            <pc:docMk/>
            <pc:sldMk cId="4193076652" sldId="267"/>
            <ac:picMk id="21" creationId="{F03ADE44-F3A5-B026-9D04-56C4AC4446BE}"/>
          </ac:picMkLst>
        </pc:picChg>
        <pc:picChg chg="add del mod">
          <ac:chgData name="Nick Lamda" userId="26b53012adddb707" providerId="LiveId" clId="{FF894D05-47A3-4F78-8D6C-55016F747BAD}" dt="2026-02-04T21:06:53.250" v="9701" actId="164"/>
          <ac:picMkLst>
            <pc:docMk/>
            <pc:sldMk cId="4193076652" sldId="267"/>
            <ac:picMk id="23" creationId="{4748855C-C409-6E9D-D784-295687E53451}"/>
          </ac:picMkLst>
        </pc:picChg>
        <pc:cxnChg chg="add mod">
          <ac:chgData name="Nick Lamda" userId="26b53012adddb707" providerId="LiveId" clId="{FF894D05-47A3-4F78-8D6C-55016F747BAD}" dt="2026-02-03T11:42:43.772" v="5329" actId="12788"/>
          <ac:cxnSpMkLst>
            <pc:docMk/>
            <pc:sldMk cId="4193076652" sldId="267"/>
            <ac:cxnSpMk id="3" creationId="{144E1054-1AF9-2000-042B-307BF191F802}"/>
          </ac:cxnSpMkLst>
        </pc:cxnChg>
        <pc:cxnChg chg="add mod">
          <ac:chgData name="Nick Lamda" userId="26b53012adddb707" providerId="LiveId" clId="{FF894D05-47A3-4F78-8D6C-55016F747BAD}" dt="2026-02-02T23:28:42.055" v="3035"/>
          <ac:cxnSpMkLst>
            <pc:docMk/>
            <pc:sldMk cId="4193076652" sldId="267"/>
            <ac:cxnSpMk id="5" creationId="{C0A9392B-D40C-28F0-3F19-C024D934373E}"/>
          </ac:cxnSpMkLst>
        </pc:cxnChg>
      </pc:sldChg>
      <pc:sldChg chg="addSp delSp modSp mod addAnim delAnim modAnim">
        <pc:chgData name="Nick Lamda" userId="26b53012adddb707" providerId="LiveId" clId="{FF894D05-47A3-4F78-8D6C-55016F747BAD}" dt="2026-02-12T09:48:07.765" v="16396" actId="20577"/>
        <pc:sldMkLst>
          <pc:docMk/>
          <pc:sldMk cId="137664502" sldId="268"/>
        </pc:sldMkLst>
        <pc:spChg chg="mod">
          <ac:chgData name="Nick Lamda" userId="26b53012adddb707" providerId="LiveId" clId="{FF894D05-47A3-4F78-8D6C-55016F747BAD}" dt="2026-02-10T17:02:21.773" v="16058"/>
          <ac:spMkLst>
            <pc:docMk/>
            <pc:sldMk cId="137664502" sldId="268"/>
            <ac:spMk id="2" creationId="{429B6ACB-8994-29C6-13C5-C6BBECB99BA1}"/>
          </ac:spMkLst>
        </pc:spChg>
        <pc:spChg chg="mod">
          <ac:chgData name="Nick Lamda" userId="26b53012adddb707" providerId="LiveId" clId="{FF894D05-47A3-4F78-8D6C-55016F747BAD}" dt="2026-02-10T17:38:08.727" v="16103"/>
          <ac:spMkLst>
            <pc:docMk/>
            <pc:sldMk cId="137664502" sldId="268"/>
            <ac:spMk id="3" creationId="{F015D136-85B7-CA22-5C9E-98B0FDD827C1}"/>
          </ac:spMkLst>
        </pc:spChg>
        <pc:spChg chg="mod topLvl">
          <ac:chgData name="Nick Lamda" userId="26b53012adddb707" providerId="LiveId" clId="{FF894D05-47A3-4F78-8D6C-55016F747BAD}" dt="2026-02-10T17:58:19.346" v="16319" actId="164"/>
          <ac:spMkLst>
            <pc:docMk/>
            <pc:sldMk cId="137664502" sldId="268"/>
            <ac:spMk id="5" creationId="{C1021BDB-F8BB-4B55-2278-2392794E189A}"/>
          </ac:spMkLst>
        </pc:spChg>
        <pc:spChg chg="mod">
          <ac:chgData name="Nick Lamda" userId="26b53012adddb707" providerId="LiveId" clId="{FF894D05-47A3-4F78-8D6C-55016F747BAD}" dt="2026-02-04T21:24:30.517" v="9793" actId="164"/>
          <ac:spMkLst>
            <pc:docMk/>
            <pc:sldMk cId="137664502" sldId="268"/>
            <ac:spMk id="11" creationId="{0E9B4D63-D482-385B-88A4-CF2D9B3C6898}"/>
          </ac:spMkLst>
        </pc:spChg>
        <pc:spChg chg="mod">
          <ac:chgData name="Nick Lamda" userId="26b53012adddb707" providerId="LiveId" clId="{FF894D05-47A3-4F78-8D6C-55016F747BAD}" dt="2026-02-10T17:56:02.220" v="16311" actId="1076"/>
          <ac:spMkLst>
            <pc:docMk/>
            <pc:sldMk cId="137664502" sldId="268"/>
            <ac:spMk id="15" creationId="{F4C163A8-FB3B-6ED6-BE05-933ECD3EC5F6}"/>
          </ac:spMkLst>
        </pc:spChg>
        <pc:spChg chg="mod">
          <ac:chgData name="Nick Lamda" userId="26b53012adddb707" providerId="LiveId" clId="{FF894D05-47A3-4F78-8D6C-55016F747BAD}" dt="2026-02-10T17:55:32.603" v="16307" actId="1076"/>
          <ac:spMkLst>
            <pc:docMk/>
            <pc:sldMk cId="137664502" sldId="268"/>
            <ac:spMk id="16" creationId="{4AFE9B1E-4C43-6D61-BB08-4BBF42ED959A}"/>
          </ac:spMkLst>
        </pc:spChg>
        <pc:spChg chg="mod topLvl">
          <ac:chgData name="Nick Lamda" userId="26b53012adddb707" providerId="LiveId" clId="{FF894D05-47A3-4F78-8D6C-55016F747BAD}" dt="2026-02-10T17:58:19.346" v="16319" actId="164"/>
          <ac:spMkLst>
            <pc:docMk/>
            <pc:sldMk cId="137664502" sldId="268"/>
            <ac:spMk id="18" creationId="{789AA6EC-3080-29ED-BB8D-906767DF7411}"/>
          </ac:spMkLst>
        </pc:spChg>
        <pc:spChg chg="mod">
          <ac:chgData name="Nick Lamda" userId="26b53012adddb707" providerId="LiveId" clId="{FF894D05-47A3-4F78-8D6C-55016F747BAD}" dt="2026-02-12T09:48:07.765" v="16396" actId="20577"/>
          <ac:spMkLst>
            <pc:docMk/>
            <pc:sldMk cId="137664502" sldId="268"/>
            <ac:spMk id="29" creationId="{D2D4987D-37E0-A6E9-8784-55341B8A0C31}"/>
          </ac:spMkLst>
        </pc:spChg>
        <pc:grpChg chg="add mod">
          <ac:chgData name="Nick Lamda" userId="26b53012adddb707" providerId="LiveId" clId="{FF894D05-47A3-4F78-8D6C-55016F747BAD}" dt="2026-02-10T17:58:06.622" v="16317" actId="164"/>
          <ac:grpSpMkLst>
            <pc:docMk/>
            <pc:sldMk cId="137664502" sldId="268"/>
            <ac:grpSpMk id="14" creationId="{6A7F5418-8FEC-EF8F-134D-D5FC73B91DC0}"/>
          </ac:grpSpMkLst>
        </pc:grpChg>
        <pc:grpChg chg="add mod">
          <ac:chgData name="Nick Lamda" userId="26b53012adddb707" providerId="LiveId" clId="{FF894D05-47A3-4F78-8D6C-55016F747BAD}" dt="2026-02-10T17:58:12.668" v="16318" actId="164"/>
          <ac:grpSpMkLst>
            <pc:docMk/>
            <pc:sldMk cId="137664502" sldId="268"/>
            <ac:grpSpMk id="17" creationId="{7E9682AC-23BF-6C46-9033-AAE1B515CF77}"/>
          </ac:grpSpMkLst>
        </pc:grpChg>
        <pc:grpChg chg="add mod">
          <ac:chgData name="Nick Lamda" userId="26b53012adddb707" providerId="LiveId" clId="{FF894D05-47A3-4F78-8D6C-55016F747BAD}" dt="2026-02-10T17:58:06.622" v="16317" actId="164"/>
          <ac:grpSpMkLst>
            <pc:docMk/>
            <pc:sldMk cId="137664502" sldId="268"/>
            <ac:grpSpMk id="24" creationId="{B1DDBD76-3AD3-516F-ECC5-3CF1DE4358B2}"/>
          </ac:grpSpMkLst>
        </pc:grpChg>
        <pc:grpChg chg="add mod">
          <ac:chgData name="Nick Lamda" userId="26b53012adddb707" providerId="LiveId" clId="{FF894D05-47A3-4F78-8D6C-55016F747BAD}" dt="2026-02-10T17:58:12.668" v="16318" actId="164"/>
          <ac:grpSpMkLst>
            <pc:docMk/>
            <pc:sldMk cId="137664502" sldId="268"/>
            <ac:grpSpMk id="26" creationId="{2096E5C6-CD7D-2F3D-D3B8-3AD9B3073972}"/>
          </ac:grpSpMkLst>
        </pc:grpChg>
        <pc:grpChg chg="add mod">
          <ac:chgData name="Nick Lamda" userId="26b53012adddb707" providerId="LiveId" clId="{FF894D05-47A3-4F78-8D6C-55016F747BAD}" dt="2026-02-10T17:58:19.346" v="16319" actId="164"/>
          <ac:grpSpMkLst>
            <pc:docMk/>
            <pc:sldMk cId="137664502" sldId="268"/>
            <ac:grpSpMk id="27" creationId="{A0160EDC-04D4-66DD-4F80-BC3A4BC4771F}"/>
          </ac:grpSpMkLst>
        </pc:grpChg>
        <pc:picChg chg="add del mod topLvl">
          <ac:chgData name="Nick Lamda" userId="26b53012adddb707" providerId="LiveId" clId="{FF894D05-47A3-4F78-8D6C-55016F747BAD}" dt="2026-02-10T17:58:19.346" v="16319" actId="164"/>
          <ac:picMkLst>
            <pc:docMk/>
            <pc:sldMk cId="137664502" sldId="268"/>
            <ac:picMk id="6" creationId="{91090829-725F-C82D-7205-04E17AE26BE8}"/>
          </ac:picMkLst>
        </pc:picChg>
        <pc:picChg chg="add mod topLvl">
          <ac:chgData name="Nick Lamda" userId="26b53012adddb707" providerId="LiveId" clId="{FF894D05-47A3-4F78-8D6C-55016F747BAD}" dt="2026-02-10T17:58:19.346" v="16319" actId="164"/>
          <ac:picMkLst>
            <pc:docMk/>
            <pc:sldMk cId="137664502" sldId="268"/>
            <ac:picMk id="8" creationId="{C7664602-8CE8-3AD5-FF8C-0ED000945DDE}"/>
          </ac:picMkLst>
        </pc:picChg>
        <pc:picChg chg="add mod">
          <ac:chgData name="Nick Lamda" userId="26b53012adddb707" providerId="LiveId" clId="{FF894D05-47A3-4F78-8D6C-55016F747BAD}" dt="2026-02-10T17:58:12.668" v="16318" actId="164"/>
          <ac:picMkLst>
            <pc:docMk/>
            <pc:sldMk cId="137664502" sldId="268"/>
            <ac:picMk id="20" creationId="{3D494B7A-D5C0-FB95-6B63-A3D651ED7164}"/>
          </ac:picMkLst>
        </pc:picChg>
        <pc:picChg chg="add mod">
          <ac:chgData name="Nick Lamda" userId="26b53012adddb707" providerId="LiveId" clId="{FF894D05-47A3-4F78-8D6C-55016F747BAD}" dt="2026-02-10T17:58:06.622" v="16317" actId="164"/>
          <ac:picMkLst>
            <pc:docMk/>
            <pc:sldMk cId="137664502" sldId="268"/>
            <ac:picMk id="21" creationId="{654D620E-D389-7F38-E582-000D492AD6C7}"/>
          </ac:picMkLst>
        </pc:picChg>
        <pc:picChg chg="add mod topLvl">
          <ac:chgData name="Nick Lamda" userId="26b53012adddb707" providerId="LiveId" clId="{FF894D05-47A3-4F78-8D6C-55016F747BAD}" dt="2026-02-10T17:58:12.668" v="16318" actId="164"/>
          <ac:picMkLst>
            <pc:docMk/>
            <pc:sldMk cId="137664502" sldId="268"/>
            <ac:picMk id="22" creationId="{879E8170-D24B-18F9-A0DD-0CB3104DD7F8}"/>
          </ac:picMkLst>
        </pc:picChg>
        <pc:picChg chg="add mod topLvl">
          <ac:chgData name="Nick Lamda" userId="26b53012adddb707" providerId="LiveId" clId="{FF894D05-47A3-4F78-8D6C-55016F747BAD}" dt="2026-02-10T17:58:06.622" v="16317" actId="164"/>
          <ac:picMkLst>
            <pc:docMk/>
            <pc:sldMk cId="137664502" sldId="268"/>
            <ac:picMk id="23" creationId="{39BB693B-1123-4688-18A5-A1EE8EBDC3B4}"/>
          </ac:picMkLst>
        </pc:picChg>
        <pc:picChg chg="mod">
          <ac:chgData name="Nick Lamda" userId="26b53012adddb707" providerId="LiveId" clId="{FF894D05-47A3-4F78-8D6C-55016F747BAD}" dt="2026-02-07T17:51:13.716" v="13684" actId="962"/>
          <ac:picMkLst>
            <pc:docMk/>
            <pc:sldMk cId="137664502" sldId="268"/>
            <ac:picMk id="25" creationId="{B9CEA9B4-378B-4B96-D0A1-E7F007761A6A}"/>
          </ac:picMkLst>
        </pc:picChg>
        <pc:picChg chg="mod topLvl">
          <ac:chgData name="Nick Lamda" userId="26b53012adddb707" providerId="LiveId" clId="{FF894D05-47A3-4F78-8D6C-55016F747BAD}" dt="2026-02-10T17:58:19.346" v="16319" actId="164"/>
          <ac:picMkLst>
            <pc:docMk/>
            <pc:sldMk cId="137664502" sldId="268"/>
            <ac:picMk id="33" creationId="{44EF7E66-95CA-C954-A5DB-757319F655E4}"/>
          </ac:picMkLst>
        </pc:picChg>
        <pc:picChg chg="mod">
          <ac:chgData name="Nick Lamda" userId="26b53012adddb707" providerId="LiveId" clId="{FF894D05-47A3-4F78-8D6C-55016F747BAD}" dt="2026-02-10T17:38:08.727" v="16103"/>
          <ac:picMkLst>
            <pc:docMk/>
            <pc:sldMk cId="137664502" sldId="268"/>
            <ac:picMk id="36" creationId="{44FD3A10-D4C2-2CBD-957E-028F92C90B17}"/>
          </ac:picMkLst>
        </pc:picChg>
        <pc:cxnChg chg="add mod">
          <ac:chgData name="Nick Lamda" userId="26b53012adddb707" providerId="LiveId" clId="{FF894D05-47A3-4F78-8D6C-55016F747BAD}" dt="2026-02-05T17:22:17.256" v="9921" actId="12789"/>
          <ac:cxnSpMkLst>
            <pc:docMk/>
            <pc:sldMk cId="137664502" sldId="268"/>
            <ac:cxnSpMk id="7" creationId="{27F0B028-F4A4-5DD5-77A2-314A048D0F33}"/>
          </ac:cxnSpMkLst>
        </pc:cxnChg>
        <pc:cxnChg chg="add mod">
          <ac:chgData name="Nick Lamda" userId="26b53012adddb707" providerId="LiveId" clId="{FF894D05-47A3-4F78-8D6C-55016F747BAD}" dt="2026-02-05T17:22:17.256" v="9921" actId="12789"/>
          <ac:cxnSpMkLst>
            <pc:docMk/>
            <pc:sldMk cId="137664502" sldId="268"/>
            <ac:cxnSpMk id="9" creationId="{D86B8222-5EC4-CA59-D326-5D3005984490}"/>
          </ac:cxnSpMkLst>
        </pc:cxnChg>
      </pc:sldChg>
      <pc:sldChg chg="addSp delSp modSp new mod setBg modClrScheme addAnim chgLayout">
        <pc:chgData name="Nick Lamda" userId="26b53012adddb707" providerId="LiveId" clId="{FF894D05-47A3-4F78-8D6C-55016F747BAD}" dt="2026-02-06T23:17:43.968" v="13280" actId="207"/>
        <pc:sldMkLst>
          <pc:docMk/>
          <pc:sldMk cId="585505662" sldId="269"/>
        </pc:sldMkLst>
        <pc:spChg chg="add mod ord">
          <ac:chgData name="Nick Lamda" userId="26b53012adddb707" providerId="LiveId" clId="{FF894D05-47A3-4F78-8D6C-55016F747BAD}" dt="2026-02-06T23:17:43.968" v="13280" actId="207"/>
          <ac:spMkLst>
            <pc:docMk/>
            <pc:sldMk cId="585505662" sldId="269"/>
            <ac:spMk id="4" creationId="{EF3D9C1B-19FC-4949-7CC1-04171EA691B6}"/>
          </ac:spMkLst>
        </pc:spChg>
        <pc:spChg chg="add">
          <ac:chgData name="Nick Lamda" userId="26b53012adddb707" providerId="LiveId" clId="{FF894D05-47A3-4F78-8D6C-55016F747BAD}" dt="2026-02-03T11:53:15.322" v="5374" actId="26606"/>
          <ac:spMkLst>
            <pc:docMk/>
            <pc:sldMk cId="585505662" sldId="269"/>
            <ac:spMk id="25" creationId="{A3363022-C969-41E9-8EB2-E4C94908C1FA}"/>
          </ac:spMkLst>
        </pc:spChg>
        <pc:spChg chg="add">
          <ac:chgData name="Nick Lamda" userId="26b53012adddb707" providerId="LiveId" clId="{FF894D05-47A3-4F78-8D6C-55016F747BAD}" dt="2026-02-03T11:53:15.322" v="5374" actId="26606"/>
          <ac:spMkLst>
            <pc:docMk/>
            <pc:sldMk cId="585505662" sldId="269"/>
            <ac:spMk id="27" creationId="{8D1AD6B3-BE88-4CEB-BA17-790657CC4729}"/>
          </ac:spMkLst>
        </pc:spChg>
        <pc:grpChg chg="add">
          <ac:chgData name="Nick Lamda" userId="26b53012adddb707" providerId="LiveId" clId="{FF894D05-47A3-4F78-8D6C-55016F747BAD}" dt="2026-02-03T11:53:15.322" v="5374" actId="26606"/>
          <ac:grpSpMkLst>
            <pc:docMk/>
            <pc:sldMk cId="585505662" sldId="269"/>
            <ac:grpSpMk id="29" creationId="{89D1390B-7E13-4B4F-9CB2-391063412E54}"/>
          </ac:grpSpMkLst>
        </pc:grpChg>
        <pc:picChg chg="add mod">
          <ac:chgData name="Nick Lamda" userId="26b53012adddb707" providerId="LiveId" clId="{FF894D05-47A3-4F78-8D6C-55016F747BAD}" dt="2026-02-06T23:17:14.101" v="13279" actId="207"/>
          <ac:picMkLst>
            <pc:docMk/>
            <pc:sldMk cId="585505662" sldId="269"/>
            <ac:picMk id="22" creationId="{F033836E-F86C-51CC-AFF0-2BA30709D6E2}"/>
          </ac:picMkLst>
        </pc:picChg>
      </pc:sldChg>
      <pc:sldChg chg="addSp delSp modSp new mod addAnim delAnim modAnim">
        <pc:chgData name="Nick Lamda" userId="26b53012adddb707" providerId="LiveId" clId="{FF894D05-47A3-4F78-8D6C-55016F747BAD}" dt="2026-02-05T21:08:45.344" v="12374"/>
        <pc:sldMkLst>
          <pc:docMk/>
          <pc:sldMk cId="792820260" sldId="270"/>
        </pc:sldMkLst>
        <pc:spChg chg="add mod">
          <ac:chgData name="Nick Lamda" userId="26b53012adddb707" providerId="LiveId" clId="{FF894D05-47A3-4F78-8D6C-55016F747BAD}" dt="2026-02-02T23:55:49.114" v="3408" actId="313"/>
          <ac:spMkLst>
            <pc:docMk/>
            <pc:sldMk cId="792820260" sldId="270"/>
            <ac:spMk id="2" creationId="{6705463D-4D5F-55F5-7637-F43D41CDE447}"/>
          </ac:spMkLst>
        </pc:spChg>
        <pc:spChg chg="add mod">
          <ac:chgData name="Nick Lamda" userId="26b53012adddb707" providerId="LiveId" clId="{FF894D05-47A3-4F78-8D6C-55016F747BAD}" dt="2026-02-04T20:49:23.226" v="9582" actId="207"/>
          <ac:spMkLst>
            <pc:docMk/>
            <pc:sldMk cId="792820260" sldId="270"/>
            <ac:spMk id="4" creationId="{2F7646E3-1E3B-A268-5BFE-E8FBCA8CD46C}"/>
          </ac:spMkLst>
        </pc:spChg>
        <pc:spChg chg="add mod">
          <ac:chgData name="Nick Lamda" userId="26b53012adddb707" providerId="LiveId" clId="{FF894D05-47A3-4F78-8D6C-55016F747BAD}" dt="2026-02-05T18:09:47.621" v="10838" actId="1076"/>
          <ac:spMkLst>
            <pc:docMk/>
            <pc:sldMk cId="792820260" sldId="270"/>
            <ac:spMk id="5" creationId="{EC696123-5621-288C-0E90-E150E68B83D4}"/>
          </ac:spMkLst>
        </pc:spChg>
        <pc:spChg chg="add mod">
          <ac:chgData name="Nick Lamda" userId="26b53012adddb707" providerId="LiveId" clId="{FF894D05-47A3-4F78-8D6C-55016F747BAD}" dt="2026-02-04T18:13:08.777" v="8761" actId="164"/>
          <ac:spMkLst>
            <pc:docMk/>
            <pc:sldMk cId="792820260" sldId="270"/>
            <ac:spMk id="7" creationId="{872F4847-B386-466E-8E3E-96D2E7036EF5}"/>
          </ac:spMkLst>
        </pc:spChg>
        <pc:spChg chg="add mod">
          <ac:chgData name="Nick Lamda" userId="26b53012adddb707" providerId="LiveId" clId="{FF894D05-47A3-4F78-8D6C-55016F747BAD}" dt="2026-02-04T18:13:08.777" v="8761" actId="164"/>
          <ac:spMkLst>
            <pc:docMk/>
            <pc:sldMk cId="792820260" sldId="270"/>
            <ac:spMk id="10" creationId="{A8E4A346-1565-3C8E-73DD-63131E2FBE7F}"/>
          </ac:spMkLst>
        </pc:spChg>
        <pc:grpChg chg="add mod">
          <ac:chgData name="Nick Lamda" userId="26b53012adddb707" providerId="LiveId" clId="{FF894D05-47A3-4F78-8D6C-55016F747BAD}" dt="2026-02-05T18:09:56.840" v="10839" actId="1076"/>
          <ac:grpSpMkLst>
            <pc:docMk/>
            <pc:sldMk cId="792820260" sldId="270"/>
            <ac:grpSpMk id="11" creationId="{9A3ED0D9-5350-2E88-1D5D-30C4EB168D32}"/>
          </ac:grpSpMkLst>
        </pc:grpChg>
        <pc:graphicFrameChg chg="add mod modGraphic">
          <ac:chgData name="Nick Lamda" userId="26b53012adddb707" providerId="LiveId" clId="{FF894D05-47A3-4F78-8D6C-55016F747BAD}" dt="2026-02-05T18:10:25.556" v="10842" actId="1076"/>
          <ac:graphicFrameMkLst>
            <pc:docMk/>
            <pc:sldMk cId="792820260" sldId="270"/>
            <ac:graphicFrameMk id="6" creationId="{F27E4315-B06E-4C48-9EE2-F7425E8B763F}"/>
          </ac:graphicFrameMkLst>
        </pc:graphicFrameChg>
        <pc:picChg chg="add del mod">
          <ac:chgData name="Nick Lamda" userId="26b53012adddb707" providerId="LiveId" clId="{FF894D05-47A3-4F78-8D6C-55016F747BAD}" dt="2026-02-05T18:10:25.556" v="10842" actId="1076"/>
          <ac:picMkLst>
            <pc:docMk/>
            <pc:sldMk cId="792820260" sldId="270"/>
            <ac:picMk id="8" creationId="{7F01F116-9950-B0F4-B6EB-4E7745E206CE}"/>
          </ac:picMkLst>
        </pc:picChg>
        <pc:picChg chg="add del mod">
          <ac:chgData name="Nick Lamda" userId="26b53012adddb707" providerId="LiveId" clId="{FF894D05-47A3-4F78-8D6C-55016F747BAD}" dt="2026-02-05T18:10:25.556" v="10842" actId="1076"/>
          <ac:picMkLst>
            <pc:docMk/>
            <pc:sldMk cId="792820260" sldId="270"/>
            <ac:picMk id="9" creationId="{11691218-087C-20FB-01DF-AAB8A607378B}"/>
          </ac:picMkLst>
        </pc:picChg>
        <pc:cxnChg chg="add mod">
          <ac:chgData name="Nick Lamda" userId="26b53012adddb707" providerId="LiveId" clId="{FF894D05-47A3-4F78-8D6C-55016F747BAD}" dt="2026-02-02T23:55:27.332" v="3371"/>
          <ac:cxnSpMkLst>
            <pc:docMk/>
            <pc:sldMk cId="792820260" sldId="270"/>
            <ac:cxnSpMk id="3" creationId="{7F956875-4C8C-122E-B089-36A97EDCE4F3}"/>
          </ac:cxnSpMkLst>
        </pc:cxnChg>
      </pc:sldChg>
      <pc:sldChg chg="addSp delSp modSp add mod addAnim delAnim modAnim">
        <pc:chgData name="Nick Lamda" userId="26b53012adddb707" providerId="LiveId" clId="{FF894D05-47A3-4F78-8D6C-55016F747BAD}" dt="2026-02-08T20:33:40.417" v="16054"/>
        <pc:sldMkLst>
          <pc:docMk/>
          <pc:sldMk cId="332423701" sldId="271"/>
        </pc:sldMkLst>
        <pc:spChg chg="mod">
          <ac:chgData name="Nick Lamda" userId="26b53012adddb707" providerId="LiveId" clId="{FF894D05-47A3-4F78-8D6C-55016F747BAD}" dt="2026-02-03T10:31:08.562" v="4298" actId="27636"/>
          <ac:spMkLst>
            <pc:docMk/>
            <pc:sldMk cId="332423701" sldId="271"/>
            <ac:spMk id="2" creationId="{18E28B6A-1918-F7F7-6A9B-5591B82636C4}"/>
          </ac:spMkLst>
        </pc:spChg>
        <pc:spChg chg="add mod">
          <ac:chgData name="Nick Lamda" userId="26b53012adddb707" providerId="LiveId" clId="{FF894D05-47A3-4F78-8D6C-55016F747BAD}" dt="2026-02-04T17:59:55.376" v="8612" actId="113"/>
          <ac:spMkLst>
            <pc:docMk/>
            <pc:sldMk cId="332423701" sldId="271"/>
            <ac:spMk id="5" creationId="{C4EC7678-229A-1C97-E662-B739B555296D}"/>
          </ac:spMkLst>
        </pc:spChg>
        <pc:spChg chg="add mod">
          <ac:chgData name="Nick Lamda" userId="26b53012adddb707" providerId="LiveId" clId="{FF894D05-47A3-4F78-8D6C-55016F747BAD}" dt="2026-02-05T21:09:48.959" v="12387" actId="164"/>
          <ac:spMkLst>
            <pc:docMk/>
            <pc:sldMk cId="332423701" sldId="271"/>
            <ac:spMk id="7" creationId="{01E0E7A6-961B-0FAD-684E-8B06572C6708}"/>
          </ac:spMkLst>
        </pc:spChg>
        <pc:spChg chg="add mod">
          <ac:chgData name="Nick Lamda" userId="26b53012adddb707" providerId="LiveId" clId="{FF894D05-47A3-4F78-8D6C-55016F747BAD}" dt="2026-02-05T21:09:48.959" v="12387" actId="164"/>
          <ac:spMkLst>
            <pc:docMk/>
            <pc:sldMk cId="332423701" sldId="271"/>
            <ac:spMk id="8" creationId="{F780FE85-A794-4763-0E6A-6C30EB09C3E0}"/>
          </ac:spMkLst>
        </pc:spChg>
        <pc:spChg chg="add mod">
          <ac:chgData name="Nick Lamda" userId="26b53012adddb707" providerId="LiveId" clId="{FF894D05-47A3-4F78-8D6C-55016F747BAD}" dt="2026-02-05T19:58:15.015" v="12085" actId="20577"/>
          <ac:spMkLst>
            <pc:docMk/>
            <pc:sldMk cId="332423701" sldId="271"/>
            <ac:spMk id="9" creationId="{1FB7BCC4-25EB-B81C-C3F0-4A2FBA93C664}"/>
          </ac:spMkLst>
        </pc:spChg>
        <pc:grpChg chg="add mod">
          <ac:chgData name="Nick Lamda" userId="26b53012adddb707" providerId="LiveId" clId="{FF894D05-47A3-4F78-8D6C-55016F747BAD}" dt="2026-02-05T21:09:48.959" v="12387" actId="164"/>
          <ac:grpSpMkLst>
            <pc:docMk/>
            <pc:sldMk cId="332423701" sldId="271"/>
            <ac:grpSpMk id="4" creationId="{BDB0C060-DA4D-0F2E-52B5-E293B698305B}"/>
          </ac:grpSpMkLst>
        </pc:grpChg>
        <pc:picChg chg="add mod">
          <ac:chgData name="Nick Lamda" userId="26b53012adddb707" providerId="LiveId" clId="{FF894D05-47A3-4F78-8D6C-55016F747BAD}" dt="2026-02-07T17:53:09.672" v="13992" actId="962"/>
          <ac:picMkLst>
            <pc:docMk/>
            <pc:sldMk cId="332423701" sldId="271"/>
            <ac:picMk id="6" creationId="{85FD6238-9A67-06AF-3B18-98A5C02C163F}"/>
          </ac:picMkLst>
        </pc:picChg>
      </pc:sldChg>
      <pc:sldChg chg="addSp delSp modSp new mod ord modTransition addAnim delAnim modAnim">
        <pc:chgData name="Nick Lamda" userId="26b53012adddb707" providerId="LiveId" clId="{FF894D05-47A3-4F78-8D6C-55016F747BAD}" dt="2026-02-09T07:52:03.318" v="16055"/>
        <pc:sldMkLst>
          <pc:docMk/>
          <pc:sldMk cId="1487445947" sldId="272"/>
        </pc:sldMkLst>
        <pc:spChg chg="add mod">
          <ac:chgData name="Nick Lamda" userId="26b53012adddb707" providerId="LiveId" clId="{FF894D05-47A3-4F78-8D6C-55016F747BAD}" dt="2026-02-08T18:53:21.925" v="16044" actId="20577"/>
          <ac:spMkLst>
            <pc:docMk/>
            <pc:sldMk cId="1487445947" sldId="272"/>
            <ac:spMk id="3" creationId="{EA6B7A39-081E-0952-E335-B16D77CC75BE}"/>
          </ac:spMkLst>
        </pc:spChg>
        <pc:spChg chg="add mod">
          <ac:chgData name="Nick Lamda" userId="26b53012adddb707" providerId="LiveId" clId="{FF894D05-47A3-4F78-8D6C-55016F747BAD}" dt="2026-02-08T18:48:20.839" v="16032" actId="1076"/>
          <ac:spMkLst>
            <pc:docMk/>
            <pc:sldMk cId="1487445947" sldId="272"/>
            <ac:spMk id="6" creationId="{32456CE6-9BDA-5F36-E384-BD40B3CA4B2A}"/>
          </ac:spMkLst>
        </pc:spChg>
        <pc:spChg chg="add mod">
          <ac:chgData name="Nick Lamda" userId="26b53012adddb707" providerId="LiveId" clId="{FF894D05-47A3-4F78-8D6C-55016F747BAD}" dt="2026-02-04T21:31:29.130" v="9870" actId="164"/>
          <ac:spMkLst>
            <pc:docMk/>
            <pc:sldMk cId="1487445947" sldId="272"/>
            <ac:spMk id="7" creationId="{C3C5EA9D-71BD-7041-D177-583DD1F587F9}"/>
          </ac:spMkLst>
        </pc:spChg>
        <pc:spChg chg="add mod">
          <ac:chgData name="Nick Lamda" userId="26b53012adddb707" providerId="LiveId" clId="{FF894D05-47A3-4F78-8D6C-55016F747BAD}" dt="2026-02-08T18:48:16.673" v="16031" actId="1076"/>
          <ac:spMkLst>
            <pc:docMk/>
            <pc:sldMk cId="1487445947" sldId="272"/>
            <ac:spMk id="8" creationId="{EEE1A69A-D3AB-8356-CD47-DCA045BF3F19}"/>
          </ac:spMkLst>
        </pc:spChg>
        <pc:spChg chg="add mod">
          <ac:chgData name="Nick Lamda" userId="26b53012adddb707" providerId="LiveId" clId="{FF894D05-47A3-4F78-8D6C-55016F747BAD}" dt="2026-02-08T18:46:45.805" v="16027" actId="20577"/>
          <ac:spMkLst>
            <pc:docMk/>
            <pc:sldMk cId="1487445947" sldId="272"/>
            <ac:spMk id="10" creationId="{5B4370CA-E13A-4E12-2B60-B6B820810BF7}"/>
          </ac:spMkLst>
        </pc:spChg>
        <pc:spChg chg="add mod">
          <ac:chgData name="Nick Lamda" userId="26b53012adddb707" providerId="LiveId" clId="{FF894D05-47A3-4F78-8D6C-55016F747BAD}" dt="2026-02-08T18:46:10.580" v="16018" actId="1076"/>
          <ac:spMkLst>
            <pc:docMk/>
            <pc:sldMk cId="1487445947" sldId="272"/>
            <ac:spMk id="11" creationId="{9C05907D-4093-DA9C-EF48-4B994FEF4B93}"/>
          </ac:spMkLst>
        </pc:spChg>
        <pc:spChg chg="add mod">
          <ac:chgData name="Nick Lamda" userId="26b53012adddb707" providerId="LiveId" clId="{FF894D05-47A3-4F78-8D6C-55016F747BAD}" dt="2026-02-04T21:31:21.452" v="9868" actId="164"/>
          <ac:spMkLst>
            <pc:docMk/>
            <pc:sldMk cId="1487445947" sldId="272"/>
            <ac:spMk id="16" creationId="{F78C729B-94F5-0AA0-4BCF-C6C3FD348F85}"/>
          </ac:spMkLst>
        </pc:spChg>
        <pc:spChg chg="add mod">
          <ac:chgData name="Nick Lamda" userId="26b53012adddb707" providerId="LiveId" clId="{FF894D05-47A3-4F78-8D6C-55016F747BAD}" dt="2026-02-04T21:31:29.130" v="9870" actId="164"/>
          <ac:spMkLst>
            <pc:docMk/>
            <pc:sldMk cId="1487445947" sldId="272"/>
            <ac:spMk id="17" creationId="{727CA839-34F3-FD94-6448-3C899E76A820}"/>
          </ac:spMkLst>
        </pc:spChg>
        <pc:spChg chg="add mod">
          <ac:chgData name="Nick Lamda" userId="26b53012adddb707" providerId="LiveId" clId="{FF894D05-47A3-4F78-8D6C-55016F747BAD}" dt="2026-02-04T21:31:14.859" v="9866" actId="164"/>
          <ac:spMkLst>
            <pc:docMk/>
            <pc:sldMk cId="1487445947" sldId="272"/>
            <ac:spMk id="18" creationId="{A494AB1C-F7FA-C027-1582-B9CBE1C701CA}"/>
          </ac:spMkLst>
        </pc:spChg>
        <pc:spChg chg="add mod">
          <ac:chgData name="Nick Lamda" userId="26b53012adddb707" providerId="LiveId" clId="{FF894D05-47A3-4F78-8D6C-55016F747BAD}" dt="2026-02-08T18:46:13.595" v="16019" actId="1076"/>
          <ac:spMkLst>
            <pc:docMk/>
            <pc:sldMk cId="1487445947" sldId="272"/>
            <ac:spMk id="19" creationId="{A572E9AB-A8DC-9F3F-24DD-A5BC614A5E1A}"/>
          </ac:spMkLst>
        </pc:spChg>
        <pc:grpChg chg="add mod">
          <ac:chgData name="Nick Lamda" userId="26b53012adddb707" providerId="LiveId" clId="{FF894D05-47A3-4F78-8D6C-55016F747BAD}" dt="2026-02-04T21:31:14.859" v="9866" actId="164"/>
          <ac:grpSpMkLst>
            <pc:docMk/>
            <pc:sldMk cId="1487445947" sldId="272"/>
            <ac:grpSpMk id="20" creationId="{792FF01C-1AD1-56B0-7229-E29C01BE318A}"/>
          </ac:grpSpMkLst>
        </pc:grpChg>
        <pc:grpChg chg="add mod">
          <ac:chgData name="Nick Lamda" userId="26b53012adddb707" providerId="LiveId" clId="{FF894D05-47A3-4F78-8D6C-55016F747BAD}" dt="2026-02-08T18:47:45.685" v="16030" actId="1076"/>
          <ac:grpSpMkLst>
            <pc:docMk/>
            <pc:sldMk cId="1487445947" sldId="272"/>
            <ac:grpSpMk id="22" creationId="{31B790E2-6F53-353E-9139-5C577F4B0E80}"/>
          </ac:grpSpMkLst>
        </pc:grpChg>
        <pc:grpChg chg="add mod">
          <ac:chgData name="Nick Lamda" userId="26b53012adddb707" providerId="LiveId" clId="{FF894D05-47A3-4F78-8D6C-55016F747BAD}" dt="2026-02-08T18:44:58.669" v="15982" actId="1076"/>
          <ac:grpSpMkLst>
            <pc:docMk/>
            <pc:sldMk cId="1487445947" sldId="272"/>
            <ac:grpSpMk id="24" creationId="{2DB4E690-C782-A260-2C14-CDDB620AD722}"/>
          </ac:grpSpMkLst>
        </pc:grpChg>
        <pc:picChg chg="add mod modCrop">
          <ac:chgData name="Nick Lamda" userId="26b53012adddb707" providerId="LiveId" clId="{FF894D05-47A3-4F78-8D6C-55016F747BAD}" dt="2026-02-07T17:51:59.510" v="13766" actId="962"/>
          <ac:picMkLst>
            <pc:docMk/>
            <pc:sldMk cId="1487445947" sldId="272"/>
            <ac:picMk id="21" creationId="{9AAC7EED-FDD1-8EF7-305E-DC75DE933FA2}"/>
          </ac:picMkLst>
        </pc:picChg>
        <pc:picChg chg="add mod modCrop">
          <ac:chgData name="Nick Lamda" userId="26b53012adddb707" providerId="LiveId" clId="{FF894D05-47A3-4F78-8D6C-55016F747BAD}" dt="2026-02-07T17:51:44.439" v="13738" actId="962"/>
          <ac:picMkLst>
            <pc:docMk/>
            <pc:sldMk cId="1487445947" sldId="272"/>
            <ac:picMk id="23" creationId="{A15ECF60-4F5A-4A63-CE1D-D111A2E854EF}"/>
          </ac:picMkLst>
        </pc:picChg>
        <pc:picChg chg="add mod modCrop">
          <ac:chgData name="Nick Lamda" userId="26b53012adddb707" providerId="LiveId" clId="{FF894D05-47A3-4F78-8D6C-55016F747BAD}" dt="2026-02-07T17:51:41.438" v="13732" actId="962"/>
          <ac:picMkLst>
            <pc:docMk/>
            <pc:sldMk cId="1487445947" sldId="272"/>
            <ac:picMk id="25" creationId="{2EF44281-2FE2-98B8-18C3-208F0477DA7A}"/>
          </ac:picMkLst>
        </pc:picChg>
        <pc:cxnChg chg="mod">
          <ac:chgData name="Nick Lamda" userId="26b53012adddb707" providerId="LiveId" clId="{FF894D05-47A3-4F78-8D6C-55016F747BAD}" dt="2026-02-05T17:21:17.411" v="9912" actId="12789"/>
          <ac:cxnSpMkLst>
            <pc:docMk/>
            <pc:sldMk cId="1487445947" sldId="272"/>
            <ac:cxnSpMk id="2" creationId="{1805D776-54F8-321A-5F88-9A8534F9C905}"/>
          </ac:cxnSpMkLst>
        </pc:cxnChg>
        <pc:cxnChg chg="add mod">
          <ac:chgData name="Nick Lamda" userId="26b53012adddb707" providerId="LiveId" clId="{FF894D05-47A3-4F78-8D6C-55016F747BAD}" dt="2026-02-03T20:41:35.127" v="5917"/>
          <ac:cxnSpMkLst>
            <pc:docMk/>
            <pc:sldMk cId="1487445947" sldId="272"/>
            <ac:cxnSpMk id="4" creationId="{B1593F5F-699B-38DD-4E0F-88592109BB47}"/>
          </ac:cxnSpMkLst>
        </pc:cxnChg>
        <pc:cxnChg chg="add mod">
          <ac:chgData name="Nick Lamda" userId="26b53012adddb707" providerId="LiveId" clId="{FF894D05-47A3-4F78-8D6C-55016F747BAD}" dt="2026-02-05T17:21:17.411" v="9912" actId="12789"/>
          <ac:cxnSpMkLst>
            <pc:docMk/>
            <pc:sldMk cId="1487445947" sldId="272"/>
            <ac:cxnSpMk id="9" creationId="{68E58B57-E8E6-FAD3-B0D1-6DF729B1D1CE}"/>
          </ac:cxnSpMkLst>
        </pc:cxnChg>
      </pc:sldChg>
      <pc:sldChg chg="addSp delSp modSp add mod addAnim delAnim modAnim">
        <pc:chgData name="Nick Lamda" userId="26b53012adddb707" providerId="LiveId" clId="{FF894D05-47A3-4F78-8D6C-55016F747BAD}" dt="2026-02-10T18:15:52.955" v="16339" actId="3064"/>
        <pc:sldMkLst>
          <pc:docMk/>
          <pc:sldMk cId="3746367950" sldId="273"/>
        </pc:sldMkLst>
        <pc:spChg chg="mod topLvl">
          <ac:chgData name="Nick Lamda" userId="26b53012adddb707" providerId="LiveId" clId="{FF894D05-47A3-4F78-8D6C-55016F747BAD}" dt="2026-02-06T20:25:27.429" v="13242" actId="164"/>
          <ac:spMkLst>
            <pc:docMk/>
            <pc:sldMk cId="3746367950" sldId="273"/>
            <ac:spMk id="2" creationId="{471746CF-664F-BAAD-8353-FDF9AFD8CC07}"/>
          </ac:spMkLst>
        </pc:spChg>
        <pc:spChg chg="mod topLvl">
          <ac:chgData name="Nick Lamda" userId="26b53012adddb707" providerId="LiveId" clId="{FF894D05-47A3-4F78-8D6C-55016F747BAD}" dt="2026-02-06T20:25:44.808" v="13243" actId="164"/>
          <ac:spMkLst>
            <pc:docMk/>
            <pc:sldMk cId="3746367950" sldId="273"/>
            <ac:spMk id="7" creationId="{3D96E6C4-399B-0540-A5E9-251C5637081C}"/>
          </ac:spMkLst>
        </pc:spChg>
        <pc:spChg chg="add del mod">
          <ac:chgData name="Nick Lamda" userId="26b53012adddb707" providerId="LiveId" clId="{FF894D05-47A3-4F78-8D6C-55016F747BAD}" dt="2026-02-10T18:15:39.926" v="16336"/>
          <ac:spMkLst>
            <pc:docMk/>
            <pc:sldMk cId="3746367950" sldId="273"/>
            <ac:spMk id="10" creationId="{9B23916C-4070-275E-F2F9-B5919B911433}"/>
          </ac:spMkLst>
        </pc:spChg>
        <pc:spChg chg="mod">
          <ac:chgData name="Nick Lamda" userId="26b53012adddb707" providerId="LiveId" clId="{FF894D05-47A3-4F78-8D6C-55016F747BAD}" dt="2026-02-07T17:20:25.094" v="13335" actId="465"/>
          <ac:spMkLst>
            <pc:docMk/>
            <pc:sldMk cId="3746367950" sldId="273"/>
            <ac:spMk id="17" creationId="{2B168434-C00D-74F8-7630-C041DB40DB7F}"/>
          </ac:spMkLst>
        </pc:spChg>
        <pc:spChg chg="add mod">
          <ac:chgData name="Nick Lamda" userId="26b53012adddb707" providerId="LiveId" clId="{FF894D05-47A3-4F78-8D6C-55016F747BAD}" dt="2026-02-10T18:15:46.206" v="16337"/>
          <ac:spMkLst>
            <pc:docMk/>
            <pc:sldMk cId="3746367950" sldId="273"/>
            <ac:spMk id="23" creationId="{F0DF6DC2-8DDA-97EC-8664-E9C2E6F81C54}"/>
          </ac:spMkLst>
        </pc:spChg>
        <pc:spChg chg="add mod">
          <ac:chgData name="Nick Lamda" userId="26b53012adddb707" providerId="LiveId" clId="{FF894D05-47A3-4F78-8D6C-55016F747BAD}" dt="2026-02-10T18:15:52.955" v="16339" actId="3064"/>
          <ac:spMkLst>
            <pc:docMk/>
            <pc:sldMk cId="3746367950" sldId="273"/>
            <ac:spMk id="30" creationId="{6B6BF7AA-0F22-B0A9-27FF-3C3AD9131FE2}"/>
          </ac:spMkLst>
        </pc:spChg>
        <pc:spChg chg="add mod ord">
          <ac:chgData name="Nick Lamda" userId="26b53012adddb707" providerId="LiveId" clId="{FF894D05-47A3-4F78-8D6C-55016F747BAD}" dt="2026-02-06T18:09:44.155" v="13067" actId="167"/>
          <ac:spMkLst>
            <pc:docMk/>
            <pc:sldMk cId="3746367950" sldId="273"/>
            <ac:spMk id="31" creationId="{8949A7E8-5916-0458-03B3-8EB5E751AE5B}"/>
          </ac:spMkLst>
        </pc:spChg>
        <pc:spChg chg="add mod">
          <ac:chgData name="Nick Lamda" userId="26b53012adddb707" providerId="LiveId" clId="{FF894D05-47A3-4F78-8D6C-55016F747BAD}" dt="2026-02-06T20:25:27.429" v="13242" actId="164"/>
          <ac:spMkLst>
            <pc:docMk/>
            <pc:sldMk cId="3746367950" sldId="273"/>
            <ac:spMk id="45" creationId="{24A22773-03FD-2C7A-858F-F207C74F59C9}"/>
          </ac:spMkLst>
        </pc:spChg>
        <pc:spChg chg="add mod">
          <ac:chgData name="Nick Lamda" userId="26b53012adddb707" providerId="LiveId" clId="{FF894D05-47A3-4F78-8D6C-55016F747BAD}" dt="2026-02-06T20:25:44.808" v="13243" actId="164"/>
          <ac:spMkLst>
            <pc:docMk/>
            <pc:sldMk cId="3746367950" sldId="273"/>
            <ac:spMk id="46" creationId="{7C5A3502-26B0-0663-7635-DFFD613E4FEA}"/>
          </ac:spMkLst>
        </pc:spChg>
        <pc:spChg chg="add mod">
          <ac:chgData name="Nick Lamda" userId="26b53012adddb707" providerId="LiveId" clId="{FF894D05-47A3-4F78-8D6C-55016F747BAD}" dt="2026-02-06T18:10:58.084" v="13070" actId="164"/>
          <ac:spMkLst>
            <pc:docMk/>
            <pc:sldMk cId="3746367950" sldId="273"/>
            <ac:spMk id="47" creationId="{A4F26B48-5D47-F377-A38D-F27D25C3AC9D}"/>
          </ac:spMkLst>
        </pc:spChg>
        <pc:spChg chg="add mod">
          <ac:chgData name="Nick Lamda" userId="26b53012adddb707" providerId="LiveId" clId="{FF894D05-47A3-4F78-8D6C-55016F747BAD}" dt="2026-02-06T18:10:58.084" v="13070" actId="164"/>
          <ac:spMkLst>
            <pc:docMk/>
            <pc:sldMk cId="3746367950" sldId="273"/>
            <ac:spMk id="48" creationId="{4E7FCC10-7D71-EC3E-43D8-7E5F268953F5}"/>
          </ac:spMkLst>
        </pc:spChg>
        <pc:spChg chg="add mod">
          <ac:chgData name="Nick Lamda" userId="26b53012adddb707" providerId="LiveId" clId="{FF894D05-47A3-4F78-8D6C-55016F747BAD}" dt="2026-02-06T18:11:24.157" v="13078" actId="164"/>
          <ac:spMkLst>
            <pc:docMk/>
            <pc:sldMk cId="3746367950" sldId="273"/>
            <ac:spMk id="49" creationId="{6C00B122-8DF6-9597-C33F-C7FEE6AA9048}"/>
          </ac:spMkLst>
        </pc:spChg>
        <pc:spChg chg="add mod">
          <ac:chgData name="Nick Lamda" userId="26b53012adddb707" providerId="LiveId" clId="{FF894D05-47A3-4F78-8D6C-55016F747BAD}" dt="2026-02-06T18:10:36.731" v="13069" actId="207"/>
          <ac:spMkLst>
            <pc:docMk/>
            <pc:sldMk cId="3746367950" sldId="273"/>
            <ac:spMk id="50" creationId="{4AF5B7A4-B69E-BC22-6B74-BC680D8A28E6}"/>
          </ac:spMkLst>
        </pc:spChg>
        <pc:spChg chg="add mod">
          <ac:chgData name="Nick Lamda" userId="26b53012adddb707" providerId="LiveId" clId="{FF894D05-47A3-4F78-8D6C-55016F747BAD}" dt="2026-02-06T17:52:46.637" v="12905" actId="3064"/>
          <ac:spMkLst>
            <pc:docMk/>
            <pc:sldMk cId="3746367950" sldId="273"/>
            <ac:spMk id="71" creationId="{608FB777-43AD-5F08-41B0-E7BFCDAE6257}"/>
          </ac:spMkLst>
        </pc:spChg>
        <pc:spChg chg="mod ord">
          <ac:chgData name="Nick Lamda" userId="26b53012adddb707" providerId="LiveId" clId="{FF894D05-47A3-4F78-8D6C-55016F747BAD}" dt="2026-02-06T18:06:42.539" v="13031" actId="255"/>
          <ac:spMkLst>
            <pc:docMk/>
            <pc:sldMk cId="3746367950" sldId="273"/>
            <ac:spMk id="89" creationId="{05C7DF8A-AAED-4730-E315-FFD2B4DB5DBE}"/>
          </ac:spMkLst>
        </pc:spChg>
        <pc:spChg chg="mod">
          <ac:chgData name="Nick Lamda" userId="26b53012adddb707" providerId="LiveId" clId="{FF894D05-47A3-4F78-8D6C-55016F747BAD}" dt="2026-02-06T18:06:42.539" v="13031" actId="255"/>
          <ac:spMkLst>
            <pc:docMk/>
            <pc:sldMk cId="3746367950" sldId="273"/>
            <ac:spMk id="90" creationId="{33BE661C-79AA-06D7-6DCD-07BC2CF51C3C}"/>
          </ac:spMkLst>
        </pc:spChg>
        <pc:spChg chg="add mod">
          <ac:chgData name="Nick Lamda" userId="26b53012adddb707" providerId="LiveId" clId="{FF894D05-47A3-4F78-8D6C-55016F747BAD}" dt="2026-02-07T17:20:06.712" v="13334" actId="1076"/>
          <ac:spMkLst>
            <pc:docMk/>
            <pc:sldMk cId="3746367950" sldId="273"/>
            <ac:spMk id="98" creationId="{6A7AA213-CADA-4892-5239-A8BA6A52F743}"/>
          </ac:spMkLst>
        </pc:spChg>
        <pc:spChg chg="add mod">
          <ac:chgData name="Nick Lamda" userId="26b53012adddb707" providerId="LiveId" clId="{FF894D05-47A3-4F78-8D6C-55016F747BAD}" dt="2026-02-07T17:20:25.094" v="13335" actId="465"/>
          <ac:spMkLst>
            <pc:docMk/>
            <pc:sldMk cId="3746367950" sldId="273"/>
            <ac:spMk id="99" creationId="{08786366-EEF6-AB3C-FE87-8BB6D104ED51}"/>
          </ac:spMkLst>
        </pc:spChg>
        <pc:spChg chg="add mod">
          <ac:chgData name="Nick Lamda" userId="26b53012adddb707" providerId="LiveId" clId="{FF894D05-47A3-4F78-8D6C-55016F747BAD}" dt="2026-02-07T17:20:06.712" v="13334" actId="1076"/>
          <ac:spMkLst>
            <pc:docMk/>
            <pc:sldMk cId="3746367950" sldId="273"/>
            <ac:spMk id="100" creationId="{D5483A91-2554-D4A5-644C-CF4636239214}"/>
          </ac:spMkLst>
        </pc:spChg>
        <pc:grpChg chg="add del mod ord">
          <ac:chgData name="Nick Lamda" userId="26b53012adddb707" providerId="LiveId" clId="{FF894D05-47A3-4F78-8D6C-55016F747BAD}" dt="2026-02-06T18:27:05.326" v="13133" actId="1076"/>
          <ac:grpSpMkLst>
            <pc:docMk/>
            <pc:sldMk cId="3746367950" sldId="273"/>
            <ac:grpSpMk id="55" creationId="{B6315E6D-08F5-6C2B-D4DC-C67E0BB9FA50}"/>
          </ac:grpSpMkLst>
        </pc:grpChg>
        <pc:grpChg chg="add mod">
          <ac:chgData name="Nick Lamda" userId="26b53012adddb707" providerId="LiveId" clId="{FF894D05-47A3-4F78-8D6C-55016F747BAD}" dt="2026-02-06T18:11:24.157" v="13078" actId="164"/>
          <ac:grpSpMkLst>
            <pc:docMk/>
            <pc:sldMk cId="3746367950" sldId="273"/>
            <ac:grpSpMk id="72" creationId="{B3838536-9997-A2AB-72F9-31E16CFB8623}"/>
          </ac:grpSpMkLst>
        </pc:grpChg>
        <pc:grpChg chg="add mod ord">
          <ac:chgData name="Nick Lamda" userId="26b53012adddb707" providerId="LiveId" clId="{FF894D05-47A3-4F78-8D6C-55016F747BAD}" dt="2026-02-06T20:29:30.089" v="13271" actId="1035"/>
          <ac:grpSpMkLst>
            <pc:docMk/>
            <pc:sldMk cId="3746367950" sldId="273"/>
            <ac:grpSpMk id="91" creationId="{442007FC-1532-2B5F-BA90-D26D285ECABD}"/>
          </ac:grpSpMkLst>
        </pc:grpChg>
        <pc:grpChg chg="add mod">
          <ac:chgData name="Nick Lamda" userId="26b53012adddb707" providerId="LiveId" clId="{FF894D05-47A3-4F78-8D6C-55016F747BAD}" dt="2026-02-06T20:25:27.429" v="13242" actId="164"/>
          <ac:grpSpMkLst>
            <pc:docMk/>
            <pc:sldMk cId="3746367950" sldId="273"/>
            <ac:grpSpMk id="95" creationId="{872A1550-4C04-F1F7-D7B2-377805421509}"/>
          </ac:grpSpMkLst>
        </pc:grpChg>
        <pc:grpChg chg="add mod">
          <ac:chgData name="Nick Lamda" userId="26b53012adddb707" providerId="LiveId" clId="{FF894D05-47A3-4F78-8D6C-55016F747BAD}" dt="2026-02-06T20:25:44.808" v="13243" actId="164"/>
          <ac:grpSpMkLst>
            <pc:docMk/>
            <pc:sldMk cId="3746367950" sldId="273"/>
            <ac:grpSpMk id="96" creationId="{DFD155B0-6777-8449-486D-5BE4C5DA3959}"/>
          </ac:grpSpMkLst>
        </pc:grpChg>
        <pc:grpChg chg="add mod">
          <ac:chgData name="Nick Lamda" userId="26b53012adddb707" providerId="LiveId" clId="{FF894D05-47A3-4F78-8D6C-55016F747BAD}" dt="2026-02-06T20:25:27.429" v="13242" actId="164"/>
          <ac:grpSpMkLst>
            <pc:docMk/>
            <pc:sldMk cId="3746367950" sldId="273"/>
            <ac:grpSpMk id="102" creationId="{FF7DDBBE-2ED1-F1BC-249C-DD1A9B8DAB92}"/>
          </ac:grpSpMkLst>
        </pc:grpChg>
        <pc:grpChg chg="add mod">
          <ac:chgData name="Nick Lamda" userId="26b53012adddb707" providerId="LiveId" clId="{FF894D05-47A3-4F78-8D6C-55016F747BAD}" dt="2026-02-06T20:25:44.808" v="13243" actId="164"/>
          <ac:grpSpMkLst>
            <pc:docMk/>
            <pc:sldMk cId="3746367950" sldId="273"/>
            <ac:grpSpMk id="103" creationId="{A38175E6-BB95-6546-B208-1F85B9273410}"/>
          </ac:grpSpMkLst>
        </pc:grpChg>
        <pc:cxnChg chg="add mod">
          <ac:chgData name="Nick Lamda" userId="26b53012adddb707" providerId="LiveId" clId="{FF894D05-47A3-4F78-8D6C-55016F747BAD}" dt="2026-02-10T17:37:14.583" v="16092" actId="14100"/>
          <ac:cxnSpMkLst>
            <pc:docMk/>
            <pc:sldMk cId="3746367950" sldId="273"/>
            <ac:cxnSpMk id="25" creationId="{1E15C96A-2EF0-9011-AD29-0E6AD52BAFA8}"/>
          </ac:cxnSpMkLst>
        </pc:cxnChg>
        <pc:cxnChg chg="add mod">
          <ac:chgData name="Nick Lamda" userId="26b53012adddb707" providerId="LiveId" clId="{FF894D05-47A3-4F78-8D6C-55016F747BAD}" dt="2026-02-06T18:09:30.400" v="13058" actId="1076"/>
          <ac:cxnSpMkLst>
            <pc:docMk/>
            <pc:sldMk cId="3746367950" sldId="273"/>
            <ac:cxnSpMk id="57" creationId="{159418D5-999E-2304-4C55-CED61695A3BC}"/>
          </ac:cxnSpMkLst>
        </pc:cxnChg>
        <pc:cxnChg chg="add mod">
          <ac:chgData name="Nick Lamda" userId="26b53012adddb707" providerId="LiveId" clId="{FF894D05-47A3-4F78-8D6C-55016F747BAD}" dt="2026-02-06T18:17:51.689" v="13084" actId="1076"/>
          <ac:cxnSpMkLst>
            <pc:docMk/>
            <pc:sldMk cId="3746367950" sldId="273"/>
            <ac:cxnSpMk id="59" creationId="{A680D301-C412-5DE1-8C34-EF5CD38E0708}"/>
          </ac:cxnSpMkLst>
        </pc:cxnChg>
        <pc:cxnChg chg="add mod">
          <ac:chgData name="Nick Lamda" userId="26b53012adddb707" providerId="LiveId" clId="{FF894D05-47A3-4F78-8D6C-55016F747BAD}" dt="2026-02-06T18:09:30.400" v="13058" actId="1076"/>
          <ac:cxnSpMkLst>
            <pc:docMk/>
            <pc:sldMk cId="3746367950" sldId="273"/>
            <ac:cxnSpMk id="61" creationId="{98F9DDD5-B216-2715-2042-C55B9FE3A0B7}"/>
          </ac:cxnSpMkLst>
        </pc:cxnChg>
        <pc:cxnChg chg="add mod">
          <ac:chgData name="Nick Lamda" userId="26b53012adddb707" providerId="LiveId" clId="{FF894D05-47A3-4F78-8D6C-55016F747BAD}" dt="2026-02-06T18:10:58.084" v="13070" actId="164"/>
          <ac:cxnSpMkLst>
            <pc:docMk/>
            <pc:sldMk cId="3746367950" sldId="273"/>
            <ac:cxnSpMk id="63" creationId="{7E8EE1AF-DB2D-97C3-C319-812ED8AE8E26}"/>
          </ac:cxnSpMkLst>
        </pc:cxnChg>
        <pc:cxnChg chg="add mod">
          <ac:chgData name="Nick Lamda" userId="26b53012adddb707" providerId="LiveId" clId="{FF894D05-47A3-4F78-8D6C-55016F747BAD}" dt="2026-02-06T18:11:24.157" v="13078" actId="164"/>
          <ac:cxnSpMkLst>
            <pc:docMk/>
            <pc:sldMk cId="3746367950" sldId="273"/>
            <ac:cxnSpMk id="64" creationId="{53578FCE-9A3D-B120-329F-5C29EEB8FEE4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7D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094-4CF9-8846-7FC8B2819804}"/>
              </c:ext>
            </c:extLst>
          </c:dPt>
          <c:dPt>
            <c:idx val="1"/>
            <c:invertIfNegative val="0"/>
            <c:bubble3D val="0"/>
            <c:spPr>
              <a:solidFill>
                <a:srgbClr val="AF914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094-4CF9-8846-7FC8B2819804}"/>
              </c:ext>
            </c:extLst>
          </c:dPt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72000" tIns="19050" rIns="720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l-G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Syntactic Validity</c:v>
                </c:pt>
                <c:pt idx="1">
                  <c:v>Functional Logic Accuracy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94-4CF9-8846-7FC8B28198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12066368"/>
        <c:axId val="2112063008"/>
      </c:barChart>
      <c:catAx>
        <c:axId val="2112066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2112063008"/>
        <c:crosses val="autoZero"/>
        <c:auto val="1"/>
        <c:lblAlgn val="ctr"/>
        <c:lblOffset val="100"/>
        <c:noMultiLvlLbl val="0"/>
      </c:catAx>
      <c:valAx>
        <c:axId val="2112063008"/>
        <c:scaling>
          <c:orientation val="minMax"/>
          <c:max val="1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211206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9371D0-799C-4B1A-B4D9-DA739C987AF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D4E29976-D7D2-4470-BF2E-151AC37D337C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pPr algn="l">
            <a:buNone/>
          </a:pPr>
          <a:r>
            <a:rPr lang="en-US" b="1" dirty="0">
              <a:solidFill>
                <a:srgbClr val="00274D"/>
              </a:solidFill>
            </a:rPr>
            <a:t>Step 1: Methodological Refinement</a:t>
          </a:r>
          <a:endParaRPr lang="el-GR" b="1" dirty="0">
            <a:solidFill>
              <a:srgbClr val="00274D"/>
            </a:solidFill>
          </a:endParaRPr>
        </a:p>
      </dgm:t>
    </dgm:pt>
    <dgm:pt modelId="{FD0A1F76-F924-4BAA-B1C2-DED50413C6F8}" type="parTrans" cxnId="{96CFC6C6-026D-466C-B88D-2FD6930D824A}">
      <dgm:prSet/>
      <dgm:spPr/>
      <dgm:t>
        <a:bodyPr/>
        <a:lstStyle/>
        <a:p>
          <a:endParaRPr lang="el-GR"/>
        </a:p>
      </dgm:t>
    </dgm:pt>
    <dgm:pt modelId="{3A0E2427-5BF1-4400-B58B-A160FBE7740E}" type="sibTrans" cxnId="{96CFC6C6-026D-466C-B88D-2FD6930D824A}">
      <dgm:prSet/>
      <dgm:spPr>
        <a:solidFill>
          <a:srgbClr val="277D7C">
            <a:alpha val="90000"/>
          </a:srgbClr>
        </a:solidFill>
      </dgm:spPr>
      <dgm:t>
        <a:bodyPr/>
        <a:lstStyle/>
        <a:p>
          <a:endParaRPr lang="el-GR"/>
        </a:p>
      </dgm:t>
    </dgm:pt>
    <dgm:pt modelId="{D85D7265-25BA-4292-BCE5-92C72247CAE5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b="1" dirty="0">
              <a:solidFill>
                <a:srgbClr val="00274D"/>
              </a:solidFill>
            </a:rPr>
            <a:t>Step 3: Digital Sovereignty</a:t>
          </a:r>
          <a:endParaRPr lang="el-GR" b="1" dirty="0">
            <a:solidFill>
              <a:srgbClr val="00274D"/>
            </a:solidFill>
          </a:endParaRPr>
        </a:p>
      </dgm:t>
    </dgm:pt>
    <dgm:pt modelId="{094C773D-CBDC-4B2E-96A0-7FBA3A1F6EC5}" type="parTrans" cxnId="{EDECF875-5805-4BE5-8B3B-630F95FA5969}">
      <dgm:prSet/>
      <dgm:spPr/>
      <dgm:t>
        <a:bodyPr/>
        <a:lstStyle/>
        <a:p>
          <a:endParaRPr lang="el-GR"/>
        </a:p>
      </dgm:t>
    </dgm:pt>
    <dgm:pt modelId="{F5D3792C-32DA-4667-9B6D-6AF54BBC4770}" type="sibTrans" cxnId="{EDECF875-5805-4BE5-8B3B-630F95FA5969}">
      <dgm:prSet/>
      <dgm:spPr>
        <a:solidFill>
          <a:srgbClr val="277D7C">
            <a:alpha val="90000"/>
          </a:srgbClr>
        </a:solidFill>
      </dgm:spPr>
      <dgm:t>
        <a:bodyPr/>
        <a:lstStyle/>
        <a:p>
          <a:endParaRPr lang="el-GR"/>
        </a:p>
      </dgm:t>
    </dgm:pt>
    <dgm:pt modelId="{B61CC0B1-335C-4820-B97D-10FE4B57F424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Local, open weights models</a:t>
          </a:r>
          <a:endParaRPr lang="el-GR" dirty="0">
            <a:solidFill>
              <a:schemeClr val="tx1"/>
            </a:solidFill>
          </a:endParaRPr>
        </a:p>
      </dgm:t>
    </dgm:pt>
    <dgm:pt modelId="{EE523B88-DB5A-498C-BCA1-EAB27C0F24F2}" type="parTrans" cxnId="{5D36B6F5-85BE-4E1F-A829-55D4331C9B80}">
      <dgm:prSet/>
      <dgm:spPr/>
      <dgm:t>
        <a:bodyPr/>
        <a:lstStyle/>
        <a:p>
          <a:endParaRPr lang="el-GR"/>
        </a:p>
      </dgm:t>
    </dgm:pt>
    <dgm:pt modelId="{52CFB2FC-6600-4618-A441-12FB0213F7BA}" type="sibTrans" cxnId="{5D36B6F5-85BE-4E1F-A829-55D4331C9B80}">
      <dgm:prSet/>
      <dgm:spPr/>
      <dgm:t>
        <a:bodyPr/>
        <a:lstStyle/>
        <a:p>
          <a:endParaRPr lang="el-GR"/>
        </a:p>
      </dgm:t>
    </dgm:pt>
    <dgm:pt modelId="{BA8234F2-B9C7-4518-8599-6838E5F48304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b="1" dirty="0">
              <a:solidFill>
                <a:srgbClr val="00274D"/>
              </a:solidFill>
            </a:rPr>
            <a:t>Step 2: Scalability &amp; Interoperability</a:t>
          </a:r>
          <a:endParaRPr lang="el-GR" b="1" dirty="0">
            <a:solidFill>
              <a:srgbClr val="00274D"/>
            </a:solidFill>
          </a:endParaRPr>
        </a:p>
      </dgm:t>
    </dgm:pt>
    <dgm:pt modelId="{5992D145-9722-4A0F-905A-BC9EF71D68F8}" type="parTrans" cxnId="{42722B3C-D640-434C-8B69-5CC6B1284257}">
      <dgm:prSet/>
      <dgm:spPr/>
      <dgm:t>
        <a:bodyPr/>
        <a:lstStyle/>
        <a:p>
          <a:endParaRPr lang="el-GR"/>
        </a:p>
      </dgm:t>
    </dgm:pt>
    <dgm:pt modelId="{F2F4D7CF-582B-4BF8-ADD0-8A85AF8F76A7}" type="sibTrans" cxnId="{42722B3C-D640-434C-8B69-5CC6B1284257}">
      <dgm:prSet custT="1"/>
      <dgm:spPr>
        <a:solidFill>
          <a:srgbClr val="277D7C">
            <a:alpha val="90000"/>
          </a:srgbClr>
        </a:solidFill>
        <a:ln w="19050" cap="flat" cmpd="sng" algn="ctr">
          <a:solidFill>
            <a:srgbClr val="156082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45720" tIns="45720" rIns="45720" bIns="4572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3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EA8C668D-0919-4F1E-8D3E-2C39421BB2BA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Full adoption of EU core vocabularies</a:t>
          </a:r>
          <a:endParaRPr lang="el-GR" dirty="0">
            <a:solidFill>
              <a:schemeClr val="tx1"/>
            </a:solidFill>
          </a:endParaRPr>
        </a:p>
      </dgm:t>
    </dgm:pt>
    <dgm:pt modelId="{79E9992B-C901-40C3-97D4-AB7731E4FBFF}" type="parTrans" cxnId="{02F2F6DB-1184-4EF8-90FA-BFE609DC7C39}">
      <dgm:prSet/>
      <dgm:spPr/>
      <dgm:t>
        <a:bodyPr/>
        <a:lstStyle/>
        <a:p>
          <a:endParaRPr lang="el-GR"/>
        </a:p>
      </dgm:t>
    </dgm:pt>
    <dgm:pt modelId="{0E49232E-F1B0-4066-81AB-394FA2CAD2F3}" type="sibTrans" cxnId="{02F2F6DB-1184-4EF8-90FA-BFE609DC7C39}">
      <dgm:prSet/>
      <dgm:spPr/>
      <dgm:t>
        <a:bodyPr/>
        <a:lstStyle/>
        <a:p>
          <a:endParaRPr lang="el-GR"/>
        </a:p>
      </dgm:t>
    </dgm:pt>
    <dgm:pt modelId="{23AAE797-BDBE-4208-B651-2825F9C245A3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Human-expert root cause analysis</a:t>
          </a:r>
          <a:endParaRPr lang="el-GR" dirty="0">
            <a:solidFill>
              <a:schemeClr val="tx1"/>
            </a:solidFill>
          </a:endParaRPr>
        </a:p>
      </dgm:t>
    </dgm:pt>
    <dgm:pt modelId="{6E2B46B9-1034-4495-B9C9-50CA191081DA}" type="parTrans" cxnId="{FCBBCA02-DE59-4305-BD25-44D225BD1EDE}">
      <dgm:prSet/>
      <dgm:spPr/>
      <dgm:t>
        <a:bodyPr/>
        <a:lstStyle/>
        <a:p>
          <a:endParaRPr lang="el-GR"/>
        </a:p>
      </dgm:t>
    </dgm:pt>
    <dgm:pt modelId="{5DD03C87-3BB7-484A-88AF-E948BE4FE2D6}" type="sibTrans" cxnId="{FCBBCA02-DE59-4305-BD25-44D225BD1EDE}">
      <dgm:prSet/>
      <dgm:spPr/>
      <dgm:t>
        <a:bodyPr/>
        <a:lstStyle/>
        <a:p>
          <a:endParaRPr lang="el-GR"/>
        </a:p>
      </dgm:t>
    </dgm:pt>
    <dgm:pt modelId="{95A625F3-7D46-4BDF-8423-DED58566BBED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Mutation testing based self-correction</a:t>
          </a:r>
          <a:endParaRPr lang="el-GR" dirty="0">
            <a:solidFill>
              <a:schemeClr val="tx1"/>
            </a:solidFill>
          </a:endParaRPr>
        </a:p>
      </dgm:t>
    </dgm:pt>
    <dgm:pt modelId="{EFCA5A3E-91C7-4AF9-B719-7577F71A2605}" type="parTrans" cxnId="{A20066CE-B974-46D6-857D-4E2183DA8D02}">
      <dgm:prSet/>
      <dgm:spPr/>
      <dgm:t>
        <a:bodyPr/>
        <a:lstStyle/>
        <a:p>
          <a:endParaRPr lang="el-GR"/>
        </a:p>
      </dgm:t>
    </dgm:pt>
    <dgm:pt modelId="{D9F72871-3D64-413D-981E-C1A456B59CDD}" type="sibTrans" cxnId="{A20066CE-B974-46D6-857D-4E2183DA8D02}">
      <dgm:prSet/>
      <dgm:spPr/>
      <dgm:t>
        <a:bodyPr/>
        <a:lstStyle/>
        <a:p>
          <a:endParaRPr lang="el-GR"/>
        </a:p>
      </dgm:t>
    </dgm:pt>
    <dgm:pt modelId="{CDA55A30-79B5-4889-B84B-7BDAC36B997B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Government infrastructure</a:t>
          </a:r>
          <a:endParaRPr lang="el-GR" dirty="0">
            <a:solidFill>
              <a:schemeClr val="tx1"/>
            </a:solidFill>
          </a:endParaRPr>
        </a:p>
      </dgm:t>
    </dgm:pt>
    <dgm:pt modelId="{0166595E-6B25-4099-81AD-1324AF4ED262}" type="parTrans" cxnId="{D7F7F231-C9BA-4422-A416-A4BE778EFEED}">
      <dgm:prSet/>
      <dgm:spPr/>
      <dgm:t>
        <a:bodyPr/>
        <a:lstStyle/>
        <a:p>
          <a:endParaRPr lang="el-GR"/>
        </a:p>
      </dgm:t>
    </dgm:pt>
    <dgm:pt modelId="{A10A22A8-8B7E-4581-9059-A5DC54B69A16}" type="sibTrans" cxnId="{D7F7F231-C9BA-4422-A416-A4BE778EFEED}">
      <dgm:prSet/>
      <dgm:spPr/>
      <dgm:t>
        <a:bodyPr/>
        <a:lstStyle/>
        <a:p>
          <a:endParaRPr lang="el-GR"/>
        </a:p>
      </dgm:t>
    </dgm:pt>
    <dgm:pt modelId="{33B3C540-89FE-4A1F-A608-0E2FA6567472}">
      <dgm:prSet phldrT="[Text]" phldr="0"/>
      <dgm:spPr>
        <a:solidFill>
          <a:srgbClr val="E8F4F4"/>
        </a:solidFill>
        <a:ln w="76200">
          <a:solidFill>
            <a:srgbClr val="067377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Expand to heterogenous domains</a:t>
          </a:r>
          <a:endParaRPr lang="el-GR" dirty="0">
            <a:solidFill>
              <a:schemeClr val="tx1"/>
            </a:solidFill>
          </a:endParaRPr>
        </a:p>
      </dgm:t>
    </dgm:pt>
    <dgm:pt modelId="{14EC82CC-B0FC-4766-BC83-F0FF8AD93183}" type="parTrans" cxnId="{2DABE0B8-74EB-4B9E-86BD-C247615D84CD}">
      <dgm:prSet/>
      <dgm:spPr/>
      <dgm:t>
        <a:bodyPr/>
        <a:lstStyle/>
        <a:p>
          <a:endParaRPr lang="el-GR"/>
        </a:p>
      </dgm:t>
    </dgm:pt>
    <dgm:pt modelId="{98D6A646-6EB5-4FCD-AF5A-294952380E40}" type="sibTrans" cxnId="{2DABE0B8-74EB-4B9E-86BD-C247615D84CD}">
      <dgm:prSet/>
      <dgm:spPr/>
      <dgm:t>
        <a:bodyPr/>
        <a:lstStyle/>
        <a:p>
          <a:endParaRPr lang="el-GR"/>
        </a:p>
      </dgm:t>
    </dgm:pt>
    <dgm:pt modelId="{BC5C2652-1194-49C0-BF4D-1A377192A795}" type="pres">
      <dgm:prSet presAssocID="{3B9371D0-799C-4B1A-B4D9-DA739C987AFB}" presName="outerComposite" presStyleCnt="0">
        <dgm:presLayoutVars>
          <dgm:chMax val="5"/>
          <dgm:dir/>
          <dgm:resizeHandles val="exact"/>
        </dgm:presLayoutVars>
      </dgm:prSet>
      <dgm:spPr/>
    </dgm:pt>
    <dgm:pt modelId="{53834642-6BF6-43DF-A500-06E947119E20}" type="pres">
      <dgm:prSet presAssocID="{3B9371D0-799C-4B1A-B4D9-DA739C987AFB}" presName="dummyMaxCanvas" presStyleCnt="0">
        <dgm:presLayoutVars/>
      </dgm:prSet>
      <dgm:spPr/>
    </dgm:pt>
    <dgm:pt modelId="{484E6AC0-E691-49E1-9A59-4E3154F5DA22}" type="pres">
      <dgm:prSet presAssocID="{3B9371D0-799C-4B1A-B4D9-DA739C987AFB}" presName="ThreeNodes_1" presStyleLbl="node1" presStyleIdx="0" presStyleCnt="3">
        <dgm:presLayoutVars>
          <dgm:bulletEnabled val="1"/>
        </dgm:presLayoutVars>
      </dgm:prSet>
      <dgm:spPr/>
    </dgm:pt>
    <dgm:pt modelId="{6E3A267A-BF76-4397-8B98-4B8809ACAC73}" type="pres">
      <dgm:prSet presAssocID="{3B9371D0-799C-4B1A-B4D9-DA739C987AFB}" presName="ThreeNodes_2" presStyleLbl="node1" presStyleIdx="1" presStyleCnt="3">
        <dgm:presLayoutVars>
          <dgm:bulletEnabled val="1"/>
        </dgm:presLayoutVars>
      </dgm:prSet>
      <dgm:spPr/>
    </dgm:pt>
    <dgm:pt modelId="{5B0FF2A9-1EC0-4390-9F56-29FF8944FFD8}" type="pres">
      <dgm:prSet presAssocID="{3B9371D0-799C-4B1A-B4D9-DA739C987AFB}" presName="ThreeNodes_3" presStyleLbl="node1" presStyleIdx="2" presStyleCnt="3">
        <dgm:presLayoutVars>
          <dgm:bulletEnabled val="1"/>
        </dgm:presLayoutVars>
      </dgm:prSet>
      <dgm:spPr/>
    </dgm:pt>
    <dgm:pt modelId="{69B860CE-9A64-473E-AB49-3C1AED222338}" type="pres">
      <dgm:prSet presAssocID="{3B9371D0-799C-4B1A-B4D9-DA739C987AFB}" presName="ThreeConn_1-2" presStyleLbl="fgAccFollowNode1" presStyleIdx="0" presStyleCnt="2">
        <dgm:presLayoutVars>
          <dgm:bulletEnabled val="1"/>
        </dgm:presLayoutVars>
      </dgm:prSet>
      <dgm:spPr/>
    </dgm:pt>
    <dgm:pt modelId="{3D1587E5-D507-4C0B-8C96-C4F473E3978B}" type="pres">
      <dgm:prSet presAssocID="{3B9371D0-799C-4B1A-B4D9-DA739C987AFB}" presName="ThreeConn_2-3" presStyleLbl="fgAccFollowNode1" presStyleIdx="1" presStyleCnt="2">
        <dgm:presLayoutVars>
          <dgm:bulletEnabled val="1"/>
        </dgm:presLayoutVars>
      </dgm:prSet>
      <dgm:spPr>
        <a:xfrm>
          <a:off x="4326007" y="2514966"/>
          <a:ext cx="852160" cy="852160"/>
        </a:xfrm>
        <a:prstGeom prst="downArrow">
          <a:avLst>
            <a:gd name="adj1" fmla="val 55000"/>
            <a:gd name="adj2" fmla="val 45000"/>
          </a:avLst>
        </a:prstGeom>
      </dgm:spPr>
    </dgm:pt>
    <dgm:pt modelId="{D75E3F8C-D319-491D-9E2F-8FE2E5185C70}" type="pres">
      <dgm:prSet presAssocID="{3B9371D0-799C-4B1A-B4D9-DA739C987AFB}" presName="ThreeNodes_1_text" presStyleLbl="node1" presStyleIdx="2" presStyleCnt="3">
        <dgm:presLayoutVars>
          <dgm:bulletEnabled val="1"/>
        </dgm:presLayoutVars>
      </dgm:prSet>
      <dgm:spPr/>
    </dgm:pt>
    <dgm:pt modelId="{D5ECCAEC-2520-42B6-9508-FDBEBF35C65C}" type="pres">
      <dgm:prSet presAssocID="{3B9371D0-799C-4B1A-B4D9-DA739C987AFB}" presName="ThreeNodes_2_text" presStyleLbl="node1" presStyleIdx="2" presStyleCnt="3">
        <dgm:presLayoutVars>
          <dgm:bulletEnabled val="1"/>
        </dgm:presLayoutVars>
      </dgm:prSet>
      <dgm:spPr/>
    </dgm:pt>
    <dgm:pt modelId="{9E530F84-A26C-4230-8294-593497C95B0B}" type="pres">
      <dgm:prSet presAssocID="{3B9371D0-799C-4B1A-B4D9-DA739C987AF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BE73001-B3EB-4927-8D63-5916BC483D87}" type="presOf" srcId="{B61CC0B1-335C-4820-B97D-10FE4B57F424}" destId="{5B0FF2A9-1EC0-4390-9F56-29FF8944FFD8}" srcOrd="0" destOrd="1" presId="urn:microsoft.com/office/officeart/2005/8/layout/vProcess5"/>
    <dgm:cxn modelId="{FCBBCA02-DE59-4305-BD25-44D225BD1EDE}" srcId="{D4E29976-D7D2-4470-BF2E-151AC37D337C}" destId="{23AAE797-BDBE-4208-B651-2825F9C245A3}" srcOrd="0" destOrd="0" parTransId="{6E2B46B9-1034-4495-B9C9-50CA191081DA}" sibTransId="{5DD03C87-3BB7-484A-88AF-E948BE4FE2D6}"/>
    <dgm:cxn modelId="{9312CF02-5C3D-4954-9D24-FD5DAFD677ED}" type="presOf" srcId="{D85D7265-25BA-4292-BCE5-92C72247CAE5}" destId="{5B0FF2A9-1EC0-4390-9F56-29FF8944FFD8}" srcOrd="0" destOrd="0" presId="urn:microsoft.com/office/officeart/2005/8/layout/vProcess5"/>
    <dgm:cxn modelId="{8EE7DF02-1FAE-45DB-972D-FDFC7D5E5720}" type="presOf" srcId="{EA8C668D-0919-4F1E-8D3E-2C39421BB2BA}" destId="{D5ECCAEC-2520-42B6-9508-FDBEBF35C65C}" srcOrd="1" destOrd="1" presId="urn:microsoft.com/office/officeart/2005/8/layout/vProcess5"/>
    <dgm:cxn modelId="{84B3DC06-DA5D-432D-BFCB-2A8D4E5C7B31}" type="presOf" srcId="{33B3C540-89FE-4A1F-A608-0E2FA6567472}" destId="{6E3A267A-BF76-4397-8B98-4B8809ACAC73}" srcOrd="0" destOrd="2" presId="urn:microsoft.com/office/officeart/2005/8/layout/vProcess5"/>
    <dgm:cxn modelId="{A331C108-6086-444C-A664-2F0E70AC6173}" type="presOf" srcId="{CDA55A30-79B5-4889-B84B-7BDAC36B997B}" destId="{9E530F84-A26C-4230-8294-593497C95B0B}" srcOrd="1" destOrd="2" presId="urn:microsoft.com/office/officeart/2005/8/layout/vProcess5"/>
    <dgm:cxn modelId="{ECFBA50B-6B50-4C8D-941E-74E28FFBB36C}" type="presOf" srcId="{3A0E2427-5BF1-4400-B58B-A160FBE7740E}" destId="{69B860CE-9A64-473E-AB49-3C1AED222338}" srcOrd="0" destOrd="0" presId="urn:microsoft.com/office/officeart/2005/8/layout/vProcess5"/>
    <dgm:cxn modelId="{2D16A22E-2B72-4ED4-8767-D9F958D2F9BE}" type="presOf" srcId="{BA8234F2-B9C7-4518-8599-6838E5F48304}" destId="{D5ECCAEC-2520-42B6-9508-FDBEBF35C65C}" srcOrd="1" destOrd="0" presId="urn:microsoft.com/office/officeart/2005/8/layout/vProcess5"/>
    <dgm:cxn modelId="{D7F7F231-C9BA-4422-A416-A4BE778EFEED}" srcId="{D85D7265-25BA-4292-BCE5-92C72247CAE5}" destId="{CDA55A30-79B5-4889-B84B-7BDAC36B997B}" srcOrd="1" destOrd="0" parTransId="{0166595E-6B25-4099-81AD-1324AF4ED262}" sibTransId="{A10A22A8-8B7E-4581-9059-A5DC54B69A16}"/>
    <dgm:cxn modelId="{42722B3C-D640-434C-8B69-5CC6B1284257}" srcId="{3B9371D0-799C-4B1A-B4D9-DA739C987AFB}" destId="{BA8234F2-B9C7-4518-8599-6838E5F48304}" srcOrd="1" destOrd="0" parTransId="{5992D145-9722-4A0F-905A-BC9EF71D68F8}" sibTransId="{F2F4D7CF-582B-4BF8-ADD0-8A85AF8F76A7}"/>
    <dgm:cxn modelId="{7E01465C-51BF-47DB-AF9F-CF97CFE82C60}" type="presOf" srcId="{D4E29976-D7D2-4470-BF2E-151AC37D337C}" destId="{D75E3F8C-D319-491D-9E2F-8FE2E5185C70}" srcOrd="1" destOrd="0" presId="urn:microsoft.com/office/officeart/2005/8/layout/vProcess5"/>
    <dgm:cxn modelId="{A4C74D43-999B-4B33-9AAF-665E03B1F76C}" type="presOf" srcId="{3B9371D0-799C-4B1A-B4D9-DA739C987AFB}" destId="{BC5C2652-1194-49C0-BF4D-1A377192A795}" srcOrd="0" destOrd="0" presId="urn:microsoft.com/office/officeart/2005/8/layout/vProcess5"/>
    <dgm:cxn modelId="{62E3AD63-E5C4-4E0F-9618-2C90695BB806}" type="presOf" srcId="{B61CC0B1-335C-4820-B97D-10FE4B57F424}" destId="{9E530F84-A26C-4230-8294-593497C95B0B}" srcOrd="1" destOrd="1" presId="urn:microsoft.com/office/officeart/2005/8/layout/vProcess5"/>
    <dgm:cxn modelId="{08A31164-E6E0-4850-B45C-44EEF0D1EE7A}" type="presOf" srcId="{95A625F3-7D46-4BDF-8423-DED58566BBED}" destId="{484E6AC0-E691-49E1-9A59-4E3154F5DA22}" srcOrd="0" destOrd="2" presId="urn:microsoft.com/office/officeart/2005/8/layout/vProcess5"/>
    <dgm:cxn modelId="{38D37A4A-8447-474A-AA6B-796375E7796C}" type="presOf" srcId="{BA8234F2-B9C7-4518-8599-6838E5F48304}" destId="{6E3A267A-BF76-4397-8B98-4B8809ACAC73}" srcOrd="0" destOrd="0" presId="urn:microsoft.com/office/officeart/2005/8/layout/vProcess5"/>
    <dgm:cxn modelId="{EDECF875-5805-4BE5-8B3B-630F95FA5969}" srcId="{3B9371D0-799C-4B1A-B4D9-DA739C987AFB}" destId="{D85D7265-25BA-4292-BCE5-92C72247CAE5}" srcOrd="2" destOrd="0" parTransId="{094C773D-CBDC-4B2E-96A0-7FBA3A1F6EC5}" sibTransId="{F5D3792C-32DA-4667-9B6D-6AF54BBC4770}"/>
    <dgm:cxn modelId="{EA58CE7B-AC27-4064-9C56-5463A1C05F0D}" type="presOf" srcId="{D4E29976-D7D2-4470-BF2E-151AC37D337C}" destId="{484E6AC0-E691-49E1-9A59-4E3154F5DA22}" srcOrd="0" destOrd="0" presId="urn:microsoft.com/office/officeart/2005/8/layout/vProcess5"/>
    <dgm:cxn modelId="{0570928C-45AA-4300-AA42-022D608DB9D3}" type="presOf" srcId="{95A625F3-7D46-4BDF-8423-DED58566BBED}" destId="{D75E3F8C-D319-491D-9E2F-8FE2E5185C70}" srcOrd="1" destOrd="2" presId="urn:microsoft.com/office/officeart/2005/8/layout/vProcess5"/>
    <dgm:cxn modelId="{29EE1F8E-06C3-4E7E-8429-C2822FB6A33F}" type="presOf" srcId="{23AAE797-BDBE-4208-B651-2825F9C245A3}" destId="{484E6AC0-E691-49E1-9A59-4E3154F5DA22}" srcOrd="0" destOrd="1" presId="urn:microsoft.com/office/officeart/2005/8/layout/vProcess5"/>
    <dgm:cxn modelId="{88DF89A4-20E2-4518-9F13-02E0991889DA}" type="presOf" srcId="{CDA55A30-79B5-4889-B84B-7BDAC36B997B}" destId="{5B0FF2A9-1EC0-4390-9F56-29FF8944FFD8}" srcOrd="0" destOrd="2" presId="urn:microsoft.com/office/officeart/2005/8/layout/vProcess5"/>
    <dgm:cxn modelId="{2DABE0B8-74EB-4B9E-86BD-C247615D84CD}" srcId="{BA8234F2-B9C7-4518-8599-6838E5F48304}" destId="{33B3C540-89FE-4A1F-A608-0E2FA6567472}" srcOrd="1" destOrd="0" parTransId="{14EC82CC-B0FC-4766-BC83-F0FF8AD93183}" sibTransId="{98D6A646-6EB5-4FCD-AF5A-294952380E40}"/>
    <dgm:cxn modelId="{CF5EE0BC-B42D-48B9-86B2-24BAA992855F}" type="presOf" srcId="{23AAE797-BDBE-4208-B651-2825F9C245A3}" destId="{D75E3F8C-D319-491D-9E2F-8FE2E5185C70}" srcOrd="1" destOrd="1" presId="urn:microsoft.com/office/officeart/2005/8/layout/vProcess5"/>
    <dgm:cxn modelId="{96CFC6C6-026D-466C-B88D-2FD6930D824A}" srcId="{3B9371D0-799C-4B1A-B4D9-DA739C987AFB}" destId="{D4E29976-D7D2-4470-BF2E-151AC37D337C}" srcOrd="0" destOrd="0" parTransId="{FD0A1F76-F924-4BAA-B1C2-DED50413C6F8}" sibTransId="{3A0E2427-5BF1-4400-B58B-A160FBE7740E}"/>
    <dgm:cxn modelId="{A20066CE-B974-46D6-857D-4E2183DA8D02}" srcId="{D4E29976-D7D2-4470-BF2E-151AC37D337C}" destId="{95A625F3-7D46-4BDF-8423-DED58566BBED}" srcOrd="1" destOrd="0" parTransId="{EFCA5A3E-91C7-4AF9-B719-7577F71A2605}" sibTransId="{D9F72871-3D64-413D-981E-C1A456B59CDD}"/>
    <dgm:cxn modelId="{34FC1BD5-02F5-44EC-9C0E-B3B081BA8D53}" type="presOf" srcId="{EA8C668D-0919-4F1E-8D3E-2C39421BB2BA}" destId="{6E3A267A-BF76-4397-8B98-4B8809ACAC73}" srcOrd="0" destOrd="1" presId="urn:microsoft.com/office/officeart/2005/8/layout/vProcess5"/>
    <dgm:cxn modelId="{FF441CD7-71BB-47F9-9E92-122433B69547}" type="presOf" srcId="{D85D7265-25BA-4292-BCE5-92C72247CAE5}" destId="{9E530F84-A26C-4230-8294-593497C95B0B}" srcOrd="1" destOrd="0" presId="urn:microsoft.com/office/officeart/2005/8/layout/vProcess5"/>
    <dgm:cxn modelId="{02F2F6DB-1184-4EF8-90FA-BFE609DC7C39}" srcId="{BA8234F2-B9C7-4518-8599-6838E5F48304}" destId="{EA8C668D-0919-4F1E-8D3E-2C39421BB2BA}" srcOrd="0" destOrd="0" parTransId="{79E9992B-C901-40C3-97D4-AB7731E4FBFF}" sibTransId="{0E49232E-F1B0-4066-81AB-394FA2CAD2F3}"/>
    <dgm:cxn modelId="{0B3923DC-641E-4FD9-8AAA-891589B2B1B7}" type="presOf" srcId="{F2F4D7CF-582B-4BF8-ADD0-8A85AF8F76A7}" destId="{3D1587E5-D507-4C0B-8C96-C4F473E3978B}" srcOrd="0" destOrd="0" presId="urn:microsoft.com/office/officeart/2005/8/layout/vProcess5"/>
    <dgm:cxn modelId="{20F34AE2-D8B1-46F8-8971-BA3EB8743F39}" type="presOf" srcId="{33B3C540-89FE-4A1F-A608-0E2FA6567472}" destId="{D5ECCAEC-2520-42B6-9508-FDBEBF35C65C}" srcOrd="1" destOrd="2" presId="urn:microsoft.com/office/officeart/2005/8/layout/vProcess5"/>
    <dgm:cxn modelId="{5D36B6F5-85BE-4E1F-A829-55D4331C9B80}" srcId="{D85D7265-25BA-4292-BCE5-92C72247CAE5}" destId="{B61CC0B1-335C-4820-B97D-10FE4B57F424}" srcOrd="0" destOrd="0" parTransId="{EE523B88-DB5A-498C-BCA1-EAB27C0F24F2}" sibTransId="{52CFB2FC-6600-4618-A441-12FB0213F7BA}"/>
    <dgm:cxn modelId="{03799B68-F93B-418E-BD0D-560A29A23642}" type="presParOf" srcId="{BC5C2652-1194-49C0-BF4D-1A377192A795}" destId="{53834642-6BF6-43DF-A500-06E947119E20}" srcOrd="0" destOrd="0" presId="urn:microsoft.com/office/officeart/2005/8/layout/vProcess5"/>
    <dgm:cxn modelId="{4603045B-6D98-4272-B54F-515FE8987D44}" type="presParOf" srcId="{BC5C2652-1194-49C0-BF4D-1A377192A795}" destId="{484E6AC0-E691-49E1-9A59-4E3154F5DA22}" srcOrd="1" destOrd="0" presId="urn:microsoft.com/office/officeart/2005/8/layout/vProcess5"/>
    <dgm:cxn modelId="{E4D48F8B-3F74-48E1-BC04-38B28366AD99}" type="presParOf" srcId="{BC5C2652-1194-49C0-BF4D-1A377192A795}" destId="{6E3A267A-BF76-4397-8B98-4B8809ACAC73}" srcOrd="2" destOrd="0" presId="urn:microsoft.com/office/officeart/2005/8/layout/vProcess5"/>
    <dgm:cxn modelId="{8D992089-29BF-430D-9FB9-45A32BC38827}" type="presParOf" srcId="{BC5C2652-1194-49C0-BF4D-1A377192A795}" destId="{5B0FF2A9-1EC0-4390-9F56-29FF8944FFD8}" srcOrd="3" destOrd="0" presId="urn:microsoft.com/office/officeart/2005/8/layout/vProcess5"/>
    <dgm:cxn modelId="{0DD995B7-6DDD-4F31-AC0E-89ED244270F4}" type="presParOf" srcId="{BC5C2652-1194-49C0-BF4D-1A377192A795}" destId="{69B860CE-9A64-473E-AB49-3C1AED222338}" srcOrd="4" destOrd="0" presId="urn:microsoft.com/office/officeart/2005/8/layout/vProcess5"/>
    <dgm:cxn modelId="{102E1F8F-EEAF-4185-BADD-9D954FE4FF36}" type="presParOf" srcId="{BC5C2652-1194-49C0-BF4D-1A377192A795}" destId="{3D1587E5-D507-4C0B-8C96-C4F473E3978B}" srcOrd="5" destOrd="0" presId="urn:microsoft.com/office/officeart/2005/8/layout/vProcess5"/>
    <dgm:cxn modelId="{2668C18F-E086-40BA-A2E7-A36455329A1F}" type="presParOf" srcId="{BC5C2652-1194-49C0-BF4D-1A377192A795}" destId="{D75E3F8C-D319-491D-9E2F-8FE2E5185C70}" srcOrd="6" destOrd="0" presId="urn:microsoft.com/office/officeart/2005/8/layout/vProcess5"/>
    <dgm:cxn modelId="{92F8B1C2-89FB-4CF3-B087-7280EE3CB96C}" type="presParOf" srcId="{BC5C2652-1194-49C0-BF4D-1A377192A795}" destId="{D5ECCAEC-2520-42B6-9508-FDBEBF35C65C}" srcOrd="7" destOrd="0" presId="urn:microsoft.com/office/officeart/2005/8/layout/vProcess5"/>
    <dgm:cxn modelId="{EC14B011-57CA-48C4-B57C-D4EB6DEAC2A9}" type="presParOf" srcId="{BC5C2652-1194-49C0-BF4D-1A377192A795}" destId="{9E530F84-A26C-4230-8294-593497C95B0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E6AC0-E691-49E1-9A59-4E3154F5DA22}">
      <dsp:nvSpPr>
        <dsp:cNvPr id="0" name=""/>
        <dsp:cNvSpPr/>
      </dsp:nvSpPr>
      <dsp:spPr>
        <a:xfrm>
          <a:off x="0" y="0"/>
          <a:ext cx="4602234" cy="1311016"/>
        </a:xfrm>
        <a:prstGeom prst="roundRect">
          <a:avLst>
            <a:gd name="adj" fmla="val 10000"/>
          </a:avLst>
        </a:prstGeom>
        <a:solidFill>
          <a:srgbClr val="E8F4F4"/>
        </a:solidFill>
        <a:ln w="76200" cap="flat" cmpd="sng" algn="ctr">
          <a:solidFill>
            <a:srgbClr val="06737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74D"/>
              </a:solidFill>
            </a:rPr>
            <a:t>Step 1: Methodological Refinement</a:t>
          </a:r>
          <a:endParaRPr lang="el-GR" sz="1800" b="1" kern="1200" dirty="0">
            <a:solidFill>
              <a:srgbClr val="00274D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Human-expert root cause analysis</a:t>
          </a:r>
          <a:endParaRPr lang="el-GR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Mutation testing based self-correction</a:t>
          </a:r>
          <a:endParaRPr lang="el-GR" sz="1400" kern="1200" dirty="0">
            <a:solidFill>
              <a:schemeClr val="tx1"/>
            </a:solidFill>
          </a:endParaRPr>
        </a:p>
      </dsp:txBody>
      <dsp:txXfrm>
        <a:off x="38398" y="38398"/>
        <a:ext cx="3187546" cy="1234220"/>
      </dsp:txXfrm>
    </dsp:sp>
    <dsp:sp modelId="{6E3A267A-BF76-4397-8B98-4B8809ACAC73}">
      <dsp:nvSpPr>
        <dsp:cNvPr id="0" name=""/>
        <dsp:cNvSpPr/>
      </dsp:nvSpPr>
      <dsp:spPr>
        <a:xfrm>
          <a:off x="406079" y="1529518"/>
          <a:ext cx="4602234" cy="1311016"/>
        </a:xfrm>
        <a:prstGeom prst="roundRect">
          <a:avLst>
            <a:gd name="adj" fmla="val 10000"/>
          </a:avLst>
        </a:prstGeom>
        <a:solidFill>
          <a:srgbClr val="E8F4F4"/>
        </a:solidFill>
        <a:ln w="76200" cap="flat" cmpd="sng" algn="ctr">
          <a:solidFill>
            <a:srgbClr val="06737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74D"/>
              </a:solidFill>
            </a:rPr>
            <a:t>Step 2: Scalability &amp; Interoperability</a:t>
          </a:r>
          <a:endParaRPr lang="el-GR" sz="1800" b="1" kern="1200" dirty="0">
            <a:solidFill>
              <a:srgbClr val="00274D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Full adoption of EU core vocabularies</a:t>
          </a:r>
          <a:endParaRPr lang="el-GR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Expand to heterogenous domains</a:t>
          </a:r>
          <a:endParaRPr lang="el-GR" sz="1400" kern="1200" dirty="0">
            <a:solidFill>
              <a:schemeClr val="tx1"/>
            </a:solidFill>
          </a:endParaRPr>
        </a:p>
      </dsp:txBody>
      <dsp:txXfrm>
        <a:off x="444477" y="1567916"/>
        <a:ext cx="3267198" cy="1234220"/>
      </dsp:txXfrm>
    </dsp:sp>
    <dsp:sp modelId="{5B0FF2A9-1EC0-4390-9F56-29FF8944FFD8}">
      <dsp:nvSpPr>
        <dsp:cNvPr id="0" name=""/>
        <dsp:cNvSpPr/>
      </dsp:nvSpPr>
      <dsp:spPr>
        <a:xfrm>
          <a:off x="812159" y="3059037"/>
          <a:ext cx="4602234" cy="1311016"/>
        </a:xfrm>
        <a:prstGeom prst="roundRect">
          <a:avLst>
            <a:gd name="adj" fmla="val 10000"/>
          </a:avLst>
        </a:prstGeom>
        <a:solidFill>
          <a:srgbClr val="E8F4F4"/>
        </a:solidFill>
        <a:ln w="76200" cap="flat" cmpd="sng" algn="ctr">
          <a:solidFill>
            <a:srgbClr val="06737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274D"/>
              </a:solidFill>
            </a:rPr>
            <a:t>Step 3: Digital Sovereignty</a:t>
          </a:r>
          <a:endParaRPr lang="el-GR" sz="1800" b="1" kern="1200" dirty="0">
            <a:solidFill>
              <a:srgbClr val="00274D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Local, open weights models</a:t>
          </a:r>
          <a:endParaRPr lang="el-GR" sz="14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</a:rPr>
            <a:t>Government infrastructure</a:t>
          </a:r>
          <a:endParaRPr lang="el-GR" sz="1400" kern="1200" dirty="0">
            <a:solidFill>
              <a:schemeClr val="tx1"/>
            </a:solidFill>
          </a:endParaRPr>
        </a:p>
      </dsp:txBody>
      <dsp:txXfrm>
        <a:off x="850557" y="3097435"/>
        <a:ext cx="3267198" cy="1234220"/>
      </dsp:txXfrm>
    </dsp:sp>
    <dsp:sp modelId="{69B860CE-9A64-473E-AB49-3C1AED222338}">
      <dsp:nvSpPr>
        <dsp:cNvPr id="0" name=""/>
        <dsp:cNvSpPr/>
      </dsp:nvSpPr>
      <dsp:spPr>
        <a:xfrm>
          <a:off x="3750074" y="994187"/>
          <a:ext cx="852160" cy="852160"/>
        </a:xfrm>
        <a:prstGeom prst="downArrow">
          <a:avLst>
            <a:gd name="adj1" fmla="val 55000"/>
            <a:gd name="adj2" fmla="val 45000"/>
          </a:avLst>
        </a:prstGeom>
        <a:solidFill>
          <a:srgbClr val="277D7C">
            <a:alpha val="90000"/>
          </a:srgb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3600" kern="1200"/>
        </a:p>
      </dsp:txBody>
      <dsp:txXfrm>
        <a:off x="3941810" y="994187"/>
        <a:ext cx="468688" cy="641250"/>
      </dsp:txXfrm>
    </dsp:sp>
    <dsp:sp modelId="{3D1587E5-D507-4C0B-8C96-C4F473E3978B}">
      <dsp:nvSpPr>
        <dsp:cNvPr id="0" name=""/>
        <dsp:cNvSpPr/>
      </dsp:nvSpPr>
      <dsp:spPr>
        <a:xfrm>
          <a:off x="4156153" y="2514966"/>
          <a:ext cx="852160" cy="852160"/>
        </a:xfrm>
        <a:prstGeom prst="downArrow">
          <a:avLst>
            <a:gd name="adj1" fmla="val 55000"/>
            <a:gd name="adj2" fmla="val 45000"/>
          </a:avLst>
        </a:prstGeom>
        <a:solidFill>
          <a:srgbClr val="277D7C">
            <a:alpha val="90000"/>
          </a:srgbClr>
        </a:solidFill>
        <a:ln w="19050" cap="flat" cmpd="sng" algn="ctr">
          <a:solidFill>
            <a:srgbClr val="156082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36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4347889" y="2514966"/>
        <a:ext cx="468688" cy="64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28775-A578-464D-B983-9B6CBBC7DA3D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AA828-ADDE-495C-9DDE-5F2A912526A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742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AA828-ADDE-495C-9DDE-5F2A912526A2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96554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AA828-ADDE-495C-9DDE-5F2A912526A2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27789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AA828-ADDE-495C-9DDE-5F2A912526A2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8871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6424-2935-BC94-BA41-064D1376F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5B09F-F135-5966-CEF6-9BB158D63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D7C25-1EF4-7A07-056A-8AA2576D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36F6F-B4EA-BFF5-8C04-DC917AD7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6E8FC-23C0-58C7-35F2-E2B54728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491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34CB-B9EC-434A-D12D-7E211765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BF8D-62DB-0ECE-33B6-98CCC7AC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86FF5-832B-C483-CE0D-D4B9C43E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090B-1F8E-1E44-61C0-5ACE3AB7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6195-70AE-BC04-484F-06BB3DB5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2936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9649-C77C-04B8-176E-4D24F8E2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6EA34-DE75-1ACD-C43D-32E81067B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A919-44CD-1512-4FA2-071C56B9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A714C-1541-501B-1D7B-456513D4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8F8CA-1F03-4564-7239-34EC714F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2301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D4A8-46B8-BAC8-157D-E9D67F6E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A15FA-A0C2-C388-4A75-AB7F5F217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DA31C-2B29-5762-8B0E-F09D6A399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30FC6-7124-AF97-0D5E-78A3CF99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305BE-276C-6699-B1B3-2BC31F22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DBC5B-8AF2-613A-6987-3A158D83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8515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ED36-AFEC-3884-FF94-A72C3307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042EE-297C-EB5B-07FA-F1924C226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537C38-2345-65C9-51FC-4D74399FE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84689-9242-33DA-4E8E-CA693AAD0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F65AE-A93C-9C5F-B80F-802073699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6E33B-C82B-AFA6-C4C1-B606B430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5C768-0FED-EC1F-D68C-1E8E5BC4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4DE0-E857-7E91-66FC-E4B42F11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4967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3B3F-4717-F955-C46B-965B8DBC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FE293-A0DB-73FE-1D55-9354EC2F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6D0DC-109E-9DCD-1BB6-FEFFD145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32887-2E7C-A1DE-16C2-36993C5D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843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0FAFD-F5E6-7FF0-5FE0-4819C5EC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69F60-4B9A-791B-C889-55DA787F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3C18C-A449-84FF-AC65-08AB1554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458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44CC-5FC9-860A-E40B-6760005E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12216-E1EE-26A4-E628-85EF6695B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1F2F-4630-D9A8-502E-C6B157A6E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CA305-2AA0-39B2-BFCF-D60841B2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375BA-1B3A-95BD-6747-6044755F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DF5AC-31A6-E6C0-C175-C3028166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3003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8437-8579-BB6A-9306-4205C475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D25F5-1B2E-5305-37D1-A660144E2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C74A6-52DE-4FDB-485F-47C3F8D4E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D71D-FD73-1B9C-29BA-372A1CFA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DD6DD-F81E-9AD8-3F91-8646E411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306B3-FE6E-2A65-A773-3D0B89F2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101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69DC-AE8E-2DE9-9A87-B4D983B0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69A25-9044-19CE-13C8-0D40D14A0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79AC0-BFA1-43C4-7718-17BCDE7E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6FB0D-06B8-35A9-73D8-F14237B3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DE1C9-6213-FD2A-1F80-C6219A6C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523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DC217-B301-94CF-FF58-7009AC29B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11D69-58A8-E300-A1C0-FEE1430C0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E34CC-CC6F-5B13-E724-3D18CE23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EA8E-1F62-88CE-89D2-E18F7A53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10B79-F0E2-680E-0AD1-2A35D7EE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3326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0EB43-F08B-4F3F-5A83-4C726E45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03B43-FC74-CDED-8562-CDD1575A3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8A8EC-645E-F9EA-28C0-D2EF2E8AB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6E626-FE41-49CE-814B-F501D166B6D7}" type="datetimeFigureOut">
              <a:rPr lang="el-GR" smtClean="0"/>
              <a:t>12/2/2026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D8F41-A1ED-4AD2-E3B0-1F8FEAE95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A51B7-8ABC-7D4E-9432-7F98322C9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FC9E3-F88B-4123-8AC8-4FB04E0B2D98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5945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9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over page with blue text and blue text&#10;&#10;AI-generated content may be incorrect.">
            <a:extLst>
              <a:ext uri="{FF2B5EF4-FFF2-40B4-BE49-F238E27FC236}">
                <a16:creationId xmlns:a16="http://schemas.microsoft.com/office/drawing/2014/main" id="{28F7F8B0-99EF-46B3-15B0-CA5A49E68D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6781" t="9645" r="53401" b="69740"/>
          <a:stretch>
            <a:fillRect/>
          </a:stretch>
        </p:blipFill>
        <p:spPr>
          <a:xfrm>
            <a:off x="1744493" y="401639"/>
            <a:ext cx="3644630" cy="14137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46358-53FA-2239-607A-AB839024A300}"/>
              </a:ext>
            </a:extLst>
          </p:cNvPr>
          <p:cNvSpPr txBox="1"/>
          <p:nvPr/>
        </p:nvSpPr>
        <p:spPr>
          <a:xfrm>
            <a:off x="2189871" y="2038943"/>
            <a:ext cx="818190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noProof="0" dirty="0"/>
              <a:t>Exploring Neuro-Symbolic</a:t>
            </a:r>
          </a:p>
          <a:p>
            <a:pPr algn="ctr"/>
            <a:r>
              <a:rPr lang="en-US" sz="4500" b="1" noProof="0" dirty="0"/>
              <a:t>Pipelines for Structured</a:t>
            </a:r>
          </a:p>
          <a:p>
            <a:pPr algn="ctr"/>
            <a:r>
              <a:rPr lang="en-US" sz="4500" b="1" noProof="0" dirty="0"/>
              <a:t>Knowledge Extraction</a:t>
            </a:r>
          </a:p>
          <a:p>
            <a:pPr algn="ctr"/>
            <a:endParaRPr lang="en-US" sz="2400" noProof="0" dirty="0"/>
          </a:p>
          <a:p>
            <a:pPr algn="ctr"/>
            <a:r>
              <a:rPr lang="en-US" sz="3000" noProof="0" dirty="0"/>
              <a:t>Nikolaos Laoutaris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EE93C-FB20-5AEB-1414-821EB0C2FD28}"/>
              </a:ext>
            </a:extLst>
          </p:cNvPr>
          <p:cNvSpPr txBox="1"/>
          <p:nvPr/>
        </p:nvSpPr>
        <p:spPr>
          <a:xfrm>
            <a:off x="2782110" y="5263315"/>
            <a:ext cx="6997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noProof="0" dirty="0">
                <a:solidFill>
                  <a:schemeClr val="bg1">
                    <a:lumMod val="50000"/>
                  </a:schemeClr>
                </a:solidFill>
              </a:rPr>
              <a:t>Supervisor: Assoc. Prof. Vassilios </a:t>
            </a:r>
            <a:r>
              <a:rPr lang="en-US" sz="2800" noProof="0" dirty="0" err="1">
                <a:solidFill>
                  <a:schemeClr val="bg1">
                    <a:lumMod val="50000"/>
                  </a:schemeClr>
                </a:solidFill>
              </a:rPr>
              <a:t>Peristeras</a:t>
            </a:r>
            <a:endParaRPr lang="en-US" sz="28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4636A-C58B-37C1-D26C-C1F0258798B8}"/>
              </a:ext>
            </a:extLst>
          </p:cNvPr>
          <p:cNvSpPr txBox="1"/>
          <p:nvPr/>
        </p:nvSpPr>
        <p:spPr>
          <a:xfrm>
            <a:off x="2302212" y="6010085"/>
            <a:ext cx="795722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noProof="0" dirty="0"/>
              <a:t>MSc in Data Science – February 2026</a:t>
            </a:r>
          </a:p>
        </p:txBody>
      </p:sp>
    </p:spTree>
    <p:extLst>
      <p:ext uri="{BB962C8B-B14F-4D97-AF65-F5344CB8AC3E}">
        <p14:creationId xmlns:p14="http://schemas.microsoft.com/office/powerpoint/2010/main" val="239737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F8D5-0106-E842-0EED-1F41D89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11" y="124495"/>
            <a:ext cx="11574379" cy="67482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Inspiration: Unstructured Text to Proactive Governance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CEAFC-CDA7-54C4-0424-DFE8EE7B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863" y="1358781"/>
            <a:ext cx="3299075" cy="887487"/>
          </a:xfrm>
        </p:spPr>
        <p:txBody>
          <a:bodyPr anchor="ctr">
            <a:spAutoFit/>
          </a:bodyPr>
          <a:lstStyle/>
          <a:p>
            <a:r>
              <a:rPr lang="en-US" noProof="0" dirty="0">
                <a:solidFill>
                  <a:srgbClr val="002060"/>
                </a:solidFill>
              </a:rPr>
              <a:t>THE REALITY:</a:t>
            </a:r>
          </a:p>
          <a:p>
            <a:r>
              <a:rPr lang="en-US" noProof="0" dirty="0">
                <a:solidFill>
                  <a:srgbClr val="002060"/>
                </a:solidFill>
              </a:rPr>
              <a:t>A Bureaucratic Maze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24233-B029-A4F3-1FC8-BC4259FDF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4290" y="1358780"/>
            <a:ext cx="4539075" cy="887487"/>
          </a:xfrm>
        </p:spPr>
        <p:txBody>
          <a:bodyPr anchor="ctr">
            <a:spAutoFit/>
          </a:bodyPr>
          <a:lstStyle/>
          <a:p>
            <a:pPr algn="r"/>
            <a:r>
              <a:rPr lang="en-US" noProof="0" dirty="0">
                <a:solidFill>
                  <a:srgbClr val="002060"/>
                </a:solidFill>
              </a:rPr>
              <a:t>THE VISION:</a:t>
            </a:r>
          </a:p>
          <a:p>
            <a:pPr algn="r"/>
            <a:r>
              <a:rPr lang="en-US" noProof="0" dirty="0">
                <a:solidFill>
                  <a:srgbClr val="002060"/>
                </a:solidFill>
              </a:rPr>
              <a:t>A Public Service Recommender</a:t>
            </a:r>
          </a:p>
        </p:txBody>
      </p:sp>
      <p:pic>
        <p:nvPicPr>
          <p:cNvPr id="17" name="Content Placeholder 16" descr="A maze starting from a pile of documents and reaching a dead end.">
            <a:extLst>
              <a:ext uri="{FF2B5EF4-FFF2-40B4-BE49-F238E27FC236}">
                <a16:creationId xmlns:a16="http://schemas.microsoft.com/office/drawing/2014/main" id="{BA58BA9E-B5C7-8C9B-CD30-C099AEB1CD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447" t="3121" r="1989" b="2105"/>
          <a:stretch>
            <a:fillRect/>
          </a:stretch>
        </p:blipFill>
        <p:spPr>
          <a:xfrm>
            <a:off x="709863" y="2423891"/>
            <a:ext cx="4980563" cy="3256230"/>
          </a:xfrm>
          <a:prstGeom prst="rect">
            <a:avLst/>
          </a:prstGeom>
        </p:spPr>
      </p:pic>
      <p:pic>
        <p:nvPicPr>
          <p:cNvPr id="19" name="Content Placeholder 18" descr="A phone with a check mark.">
            <a:extLst>
              <a:ext uri="{FF2B5EF4-FFF2-40B4-BE49-F238E27FC236}">
                <a16:creationId xmlns:a16="http://schemas.microsoft.com/office/drawing/2014/main" id="{8E841B79-A652-80E3-2F4B-EAC735C610E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rcRect l="40883" t="7319" r="7256" b="10736"/>
          <a:stretch>
            <a:fillRect/>
          </a:stretch>
        </p:blipFill>
        <p:spPr>
          <a:xfrm>
            <a:off x="6833693" y="2579707"/>
            <a:ext cx="2688021" cy="275617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C60FC63-1AA2-6D3A-EA7C-8168469D9634}"/>
              </a:ext>
            </a:extLst>
          </p:cNvPr>
          <p:cNvSpPr txBox="1"/>
          <p:nvPr/>
        </p:nvSpPr>
        <p:spPr>
          <a:xfrm>
            <a:off x="2133851" y="2401031"/>
            <a:ext cx="94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PDF Laws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48929-DCB1-FCFC-FA67-1C1D174A8534}"/>
              </a:ext>
            </a:extLst>
          </p:cNvPr>
          <p:cNvSpPr txBox="1"/>
          <p:nvPr/>
        </p:nvSpPr>
        <p:spPr>
          <a:xfrm>
            <a:off x="3717636" y="2648899"/>
            <a:ext cx="1859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Manual interpretation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5B450-36E8-7CCC-D0A5-64201BEECA0B}"/>
              </a:ext>
            </a:extLst>
          </p:cNvPr>
          <p:cNvSpPr txBox="1"/>
          <p:nvPr/>
        </p:nvSpPr>
        <p:spPr>
          <a:xfrm>
            <a:off x="4225098" y="2988530"/>
            <a:ext cx="1346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noProof="0" dirty="0"/>
              <a:t>Administrative friction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8DAEE5-1DDF-FADB-D00B-5B28B05B229C}"/>
              </a:ext>
            </a:extLst>
          </p:cNvPr>
          <p:cNvSpPr txBox="1"/>
          <p:nvPr/>
        </p:nvSpPr>
        <p:spPr>
          <a:xfrm>
            <a:off x="6937703" y="2683041"/>
            <a:ext cx="942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Proactive Delivery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23B41C-6158-C49F-CDB4-7C04A764AAB4}"/>
              </a:ext>
            </a:extLst>
          </p:cNvPr>
          <p:cNvSpPr txBox="1"/>
          <p:nvPr/>
        </p:nvSpPr>
        <p:spPr>
          <a:xfrm>
            <a:off x="393600" y="6256020"/>
            <a:ext cx="11404800" cy="38472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b="1" dirty="0">
                <a:solidFill>
                  <a:srgbClr val="002060"/>
                </a:solidFill>
              </a:rPr>
              <a:t>Core Question:</a:t>
            </a:r>
            <a:r>
              <a:rPr lang="en-US" sz="1900" dirty="0"/>
              <a:t> How do we transform legislative rules into machine-readable execution logic?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69FB3D-6E16-6868-9D4C-7858BC64286B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580FD5-CDC9-91FB-2CAC-605F101B8FD7}"/>
              </a:ext>
            </a:extLst>
          </p:cNvPr>
          <p:cNvSpPr txBox="1"/>
          <p:nvPr/>
        </p:nvSpPr>
        <p:spPr>
          <a:xfrm>
            <a:off x="2711448" y="5264553"/>
            <a:ext cx="2012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noProof="0" dirty="0"/>
              <a:t>Result: Missed benefits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45DBE5-4C98-A328-3A7A-DA4751A1D642}"/>
              </a:ext>
            </a:extLst>
          </p:cNvPr>
          <p:cNvGrpSpPr/>
          <p:nvPr/>
        </p:nvGrpSpPr>
        <p:grpSpPr>
          <a:xfrm>
            <a:off x="5581650" y="4110666"/>
            <a:ext cx="2425700" cy="1995217"/>
            <a:chOff x="5581650" y="4110666"/>
            <a:chExt cx="2425700" cy="199521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AC4812-33DB-EE8A-9338-E7204F8D17E4}"/>
                </a:ext>
              </a:extLst>
            </p:cNvPr>
            <p:cNvSpPr txBox="1"/>
            <p:nvPr/>
          </p:nvSpPr>
          <p:spPr>
            <a:xfrm>
              <a:off x="5757337" y="5644218"/>
              <a:ext cx="1380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002060"/>
                  </a:solidFill>
                </a:rPr>
                <a:t>How?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1EE27051-8672-ADA9-0A67-5CB464049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1650" y="4110666"/>
              <a:ext cx="2425700" cy="1069369"/>
            </a:xfrm>
            <a:prstGeom prst="bentConnector3">
              <a:avLst>
                <a:gd name="adj1" fmla="val 71466"/>
              </a:avLst>
            </a:prstGeom>
            <a:ln w="76200">
              <a:solidFill>
                <a:srgbClr val="0B787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Content Placeholder 18">
              <a:extLst>
                <a:ext uri="{FF2B5EF4-FFF2-40B4-BE49-F238E27FC236}">
                  <a16:creationId xmlns:a16="http://schemas.microsoft.com/office/drawing/2014/main" id="{F0CBC0A5-6899-FFA7-F833-52F1011D8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909" t="7318" r="60308" b="34999"/>
            <a:stretch>
              <a:fillRect/>
            </a:stretch>
          </p:blipFill>
          <p:spPr>
            <a:xfrm>
              <a:off x="5949702" y="4679949"/>
              <a:ext cx="956134" cy="100017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667AB8-4420-147D-CE47-F23B1C71F826}"/>
              </a:ext>
            </a:extLst>
          </p:cNvPr>
          <p:cNvGrpSpPr/>
          <p:nvPr/>
        </p:nvGrpSpPr>
        <p:grpSpPr>
          <a:xfrm>
            <a:off x="9521714" y="2708808"/>
            <a:ext cx="2333006" cy="1971299"/>
            <a:chOff x="9521714" y="3199020"/>
            <a:chExt cx="2333006" cy="197129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6BC863-A97F-AB2A-9058-794546D9C85D}"/>
                </a:ext>
              </a:extLst>
            </p:cNvPr>
            <p:cNvSpPr txBox="1"/>
            <p:nvPr/>
          </p:nvSpPr>
          <p:spPr>
            <a:xfrm>
              <a:off x="9521714" y="3199020"/>
              <a:ext cx="14976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/>
                <a:t>No repetitive data submission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C5A4D2A-0999-9C6C-510A-4FE3010A17F4}"/>
                </a:ext>
              </a:extLst>
            </p:cNvPr>
            <p:cNvGrpSpPr/>
            <p:nvPr/>
          </p:nvGrpSpPr>
          <p:grpSpPr>
            <a:xfrm>
              <a:off x="9725042" y="3974842"/>
              <a:ext cx="2129678" cy="1195477"/>
              <a:chOff x="6291556" y="2021072"/>
              <a:chExt cx="1513320" cy="84949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9F5D924-9D53-6391-A345-B0ECA659EDA2}"/>
                  </a:ext>
                </a:extLst>
              </p:cNvPr>
              <p:cNvGrpSpPr/>
              <p:nvPr/>
            </p:nvGrpSpPr>
            <p:grpSpPr>
              <a:xfrm>
                <a:off x="6821360" y="2033291"/>
                <a:ext cx="983516" cy="837271"/>
                <a:chOff x="6581879" y="1490643"/>
                <a:chExt cx="1572801" cy="1338933"/>
              </a:xfrm>
            </p:grpSpPr>
            <p:pic>
              <p:nvPicPr>
                <p:cNvPr id="10" name="Graphic 9" descr="Database with solid fill">
                  <a:extLst>
                    <a:ext uri="{FF2B5EF4-FFF2-40B4-BE49-F238E27FC236}">
                      <a16:creationId xmlns:a16="http://schemas.microsoft.com/office/drawing/2014/main" id="{A09C42F7-7AA5-65F0-747E-250EAFD8F2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40280" y="1716678"/>
                  <a:ext cx="914400" cy="914399"/>
                </a:xfrm>
                <a:prstGeom prst="rect">
                  <a:avLst/>
                </a:prstGeom>
              </p:spPr>
            </p:pic>
            <p:pic>
              <p:nvPicPr>
                <p:cNvPr id="12" name="Graphic 11" descr="Database outline">
                  <a:extLst>
                    <a:ext uri="{FF2B5EF4-FFF2-40B4-BE49-F238E27FC236}">
                      <a16:creationId xmlns:a16="http://schemas.microsoft.com/office/drawing/2014/main" id="{6522ED58-198F-6ACF-4FB5-603555B6C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81879" y="1708051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4" name="Arrow: Curved Up 13">
                  <a:extLst>
                    <a:ext uri="{FF2B5EF4-FFF2-40B4-BE49-F238E27FC236}">
                      <a16:creationId xmlns:a16="http://schemas.microsoft.com/office/drawing/2014/main" id="{DF423F90-F6BF-085B-464E-144D324BC91D}"/>
                    </a:ext>
                  </a:extLst>
                </p:cNvPr>
                <p:cNvSpPr/>
                <p:nvPr/>
              </p:nvSpPr>
              <p:spPr>
                <a:xfrm flipH="1">
                  <a:off x="6986362" y="2588046"/>
                  <a:ext cx="772582" cy="241530"/>
                </a:xfrm>
                <a:prstGeom prst="curvedUpArrow">
                  <a:avLst/>
                </a:prstGeom>
                <a:solidFill>
                  <a:srgbClr val="277D7C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Arrow: Curved Down 14">
                  <a:extLst>
                    <a:ext uri="{FF2B5EF4-FFF2-40B4-BE49-F238E27FC236}">
                      <a16:creationId xmlns:a16="http://schemas.microsoft.com/office/drawing/2014/main" id="{27A320F3-99EF-B27C-E11D-E04C37BF1C5B}"/>
                    </a:ext>
                  </a:extLst>
                </p:cNvPr>
                <p:cNvSpPr/>
                <p:nvPr/>
              </p:nvSpPr>
              <p:spPr>
                <a:xfrm>
                  <a:off x="6974402" y="1490643"/>
                  <a:ext cx="772582" cy="269067"/>
                </a:xfrm>
                <a:prstGeom prst="curvedDownArrow">
                  <a:avLst/>
                </a:prstGeom>
                <a:solidFill>
                  <a:srgbClr val="277D7C"/>
                </a:solidFill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23" name="Graphic 22" descr="Clipboard with solid fill">
                <a:extLst>
                  <a:ext uri="{FF2B5EF4-FFF2-40B4-BE49-F238E27FC236}">
                    <a16:creationId xmlns:a16="http://schemas.microsoft.com/office/drawing/2014/main" id="{C61DDE00-69AA-1F35-CDFC-67AAD2740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291556" y="2174821"/>
                <a:ext cx="572400" cy="572400"/>
              </a:xfrm>
              <a:prstGeom prst="rect">
                <a:avLst/>
              </a:prstGeom>
            </p:spPr>
          </p:pic>
          <p:sp>
            <p:nvSpPr>
              <p:cNvPr id="24" name="Arrow: Curved Down 23">
                <a:extLst>
                  <a:ext uri="{FF2B5EF4-FFF2-40B4-BE49-F238E27FC236}">
                    <a16:creationId xmlns:a16="http://schemas.microsoft.com/office/drawing/2014/main" id="{537F9D20-3830-EDCD-0124-D5550FCBF6E1}"/>
                  </a:ext>
                </a:extLst>
              </p:cNvPr>
              <p:cNvSpPr/>
              <p:nvPr/>
            </p:nvSpPr>
            <p:spPr>
              <a:xfrm>
                <a:off x="6546085" y="2021072"/>
                <a:ext cx="483118" cy="168255"/>
              </a:xfrm>
              <a:prstGeom prst="curvedDownArrow">
                <a:avLst/>
              </a:prstGeom>
              <a:solidFill>
                <a:srgbClr val="277D7C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40" name="Content Placeholder 18">
              <a:extLst>
                <a:ext uri="{FF2B5EF4-FFF2-40B4-BE49-F238E27FC236}">
                  <a16:creationId xmlns:a16="http://schemas.microsoft.com/office/drawing/2014/main" id="{6A84CC7D-0136-D866-B0B5-9824DA71F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368" t="24153" r="37030" b="66933"/>
            <a:stretch>
              <a:fillRect/>
            </a:stretch>
          </p:blipFill>
          <p:spPr>
            <a:xfrm>
              <a:off x="9615551" y="3646560"/>
              <a:ext cx="1540447" cy="2998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97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20" grpId="0"/>
      <p:bldP spid="21" grpId="0"/>
      <p:bldP spid="22" grpId="0"/>
      <p:bldP spid="26" grpId="0"/>
      <p:bldP spid="29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FF57-FF78-7B3B-6927-DCC195BE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6ACB-8994-29C6-13C5-C6BBECB99B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0974" y="123825"/>
            <a:ext cx="11450052" cy="676275"/>
          </a:xfrm>
        </p:spPr>
        <p:txBody>
          <a:bodyPr>
            <a:normAutofit/>
          </a:bodyPr>
          <a:lstStyle/>
          <a:p>
            <a:pPr algn="ctr"/>
            <a:r>
              <a:rPr lang="en-US" sz="3600" b="1" noProof="0" dirty="0">
                <a:solidFill>
                  <a:srgbClr val="002060"/>
                </a:solidFill>
              </a:rPr>
              <a:t>Research Goals &amp; Design Constraints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D4987D-37E0-A6E9-8784-55341B8A0C31}"/>
              </a:ext>
            </a:extLst>
          </p:cNvPr>
          <p:cNvSpPr txBox="1"/>
          <p:nvPr/>
        </p:nvSpPr>
        <p:spPr>
          <a:xfrm>
            <a:off x="433138" y="5967663"/>
            <a:ext cx="11405937" cy="677108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b="1" noProof="0" dirty="0">
                <a:solidFill>
                  <a:srgbClr val="002060"/>
                </a:solidFill>
              </a:rPr>
              <a:t>The Stance: Draft Only, Never Execute</a:t>
            </a:r>
          </a:p>
          <a:p>
            <a:pPr algn="ctr"/>
            <a:r>
              <a:rPr lang="en-US" sz="1900" noProof="0" dirty="0"/>
              <a:t>The AI acts as the Architect (interpretation). The symbolic </a:t>
            </a:r>
            <a:r>
              <a:rPr lang="en-US" sz="1900"/>
              <a:t>logic</a:t>
            </a:r>
            <a:r>
              <a:rPr lang="en-US" sz="1900" noProof="0"/>
              <a:t> </a:t>
            </a:r>
            <a:r>
              <a:rPr lang="en-US" sz="1900" noProof="0" dirty="0"/>
              <a:t>acts as the Judge (validation).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EDEF7E-5F23-E55C-31A0-73E46359E221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160EDC-04D4-66DD-4F80-BC3A4BC4771F}"/>
              </a:ext>
            </a:extLst>
          </p:cNvPr>
          <p:cNvGrpSpPr/>
          <p:nvPr/>
        </p:nvGrpSpPr>
        <p:grpSpPr>
          <a:xfrm>
            <a:off x="8447100" y="1410319"/>
            <a:ext cx="3222213" cy="4037362"/>
            <a:chOff x="8447100" y="1410319"/>
            <a:chExt cx="3222213" cy="4037362"/>
          </a:xfrm>
        </p:grpSpPr>
        <p:sp>
          <p:nvSpPr>
            <p:cNvPr id="5" name="Text Placeholder 3">
              <a:extLst>
                <a:ext uri="{FF2B5EF4-FFF2-40B4-BE49-F238E27FC236}">
                  <a16:creationId xmlns:a16="http://schemas.microsoft.com/office/drawing/2014/main" id="{C1021BDB-F8BB-4B55-2278-2392794E189A}"/>
                </a:ext>
              </a:extLst>
            </p:cNvPr>
            <p:cNvSpPr txBox="1">
              <a:spLocks/>
            </p:cNvSpPr>
            <p:nvPr/>
          </p:nvSpPr>
          <p:spPr>
            <a:xfrm>
              <a:off x="8906589" y="3484719"/>
              <a:ext cx="2334125" cy="48673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0" dirty="0">
                  <a:solidFill>
                    <a:srgbClr val="002060"/>
                  </a:solidFill>
                </a:rPr>
                <a:t>Interoperability</a:t>
              </a:r>
            </a:p>
          </p:txBody>
        </p:sp>
        <p:pic>
          <p:nvPicPr>
            <p:cNvPr id="33" name="Picture 32" descr="A blue puzzle piece and a map of the EU">
              <a:extLst>
                <a:ext uri="{FF2B5EF4-FFF2-40B4-BE49-F238E27FC236}">
                  <a16:creationId xmlns:a16="http://schemas.microsoft.com/office/drawing/2014/main" id="{44EF7E66-95CA-C954-A5DB-757319F65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17" t="2210" r="17164" b="5357"/>
            <a:stretch>
              <a:fillRect/>
            </a:stretch>
          </p:blipFill>
          <p:spPr>
            <a:xfrm>
              <a:off x="8946130" y="1410319"/>
              <a:ext cx="2188707" cy="180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9AA6EC-3080-29ED-BB8D-906767DF7411}"/>
                </a:ext>
              </a:extLst>
            </p:cNvPr>
            <p:cNvSpPr txBox="1"/>
            <p:nvPr/>
          </p:nvSpPr>
          <p:spPr>
            <a:xfrm>
              <a:off x="8808302" y="4247352"/>
              <a:ext cx="286101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/>
                <a:t>Isolated proprietary logic</a:t>
              </a:r>
            </a:p>
            <a:p>
              <a:pPr algn="just"/>
              <a:endParaRPr lang="en-US" noProof="0" dirty="0"/>
            </a:p>
            <a:p>
              <a:pPr algn="just"/>
              <a:r>
                <a:rPr lang="en-US" noProof="0" dirty="0"/>
                <a:t>Grounding in European standard</a:t>
              </a:r>
              <a:r>
                <a:rPr lang="en-US" dirty="0"/>
                <a:t>s</a:t>
              </a:r>
            </a:p>
          </p:txBody>
        </p:sp>
        <p:pic>
          <p:nvPicPr>
            <p:cNvPr id="6" name="Graphic 5" descr="Tick with solid fill">
              <a:extLst>
                <a:ext uri="{FF2B5EF4-FFF2-40B4-BE49-F238E27FC236}">
                  <a16:creationId xmlns:a16="http://schemas.microsoft.com/office/drawing/2014/main" id="{91090829-725F-C82D-7205-04E17AE26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47100" y="4846311"/>
              <a:ext cx="361202" cy="361202"/>
            </a:xfrm>
            <a:prstGeom prst="rect">
              <a:avLst/>
            </a:prstGeom>
          </p:spPr>
        </p:pic>
        <p:pic>
          <p:nvPicPr>
            <p:cNvPr id="8" name="Graphic 7" descr="Close with solid fill">
              <a:extLst>
                <a:ext uri="{FF2B5EF4-FFF2-40B4-BE49-F238E27FC236}">
                  <a16:creationId xmlns:a16="http://schemas.microsoft.com/office/drawing/2014/main" id="{C7664602-8CE8-3AD5-FF8C-0ED000945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100" y="4261709"/>
              <a:ext cx="360000" cy="360000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F0B028-F4A4-5DD5-77A2-314A048D0F33}"/>
              </a:ext>
            </a:extLst>
          </p:cNvPr>
          <p:cNvCxnSpPr>
            <a:cxnSpLocks/>
          </p:cNvCxnSpPr>
          <p:nvPr/>
        </p:nvCxnSpPr>
        <p:spPr>
          <a:xfrm flipV="1">
            <a:off x="4061448" y="1080000"/>
            <a:ext cx="0" cy="46800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6B8222-5EC4-CA59-D326-5D3005984490}"/>
              </a:ext>
            </a:extLst>
          </p:cNvPr>
          <p:cNvCxnSpPr>
            <a:cxnSpLocks/>
          </p:cNvCxnSpPr>
          <p:nvPr/>
        </p:nvCxnSpPr>
        <p:spPr>
          <a:xfrm flipV="1">
            <a:off x="8122896" y="1080000"/>
            <a:ext cx="0" cy="46800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96E5C6-CD7D-2F3D-D3B8-3AD9B3073972}"/>
              </a:ext>
            </a:extLst>
          </p:cNvPr>
          <p:cNvGrpSpPr/>
          <p:nvPr/>
        </p:nvGrpSpPr>
        <p:grpSpPr>
          <a:xfrm>
            <a:off x="4358366" y="1410319"/>
            <a:ext cx="3349298" cy="4262898"/>
            <a:chOff x="4358366" y="1410319"/>
            <a:chExt cx="3349298" cy="426289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E9682AC-23BF-6C46-9033-AAE1B515CF77}"/>
                </a:ext>
              </a:extLst>
            </p:cNvPr>
            <p:cNvGrpSpPr/>
            <p:nvPr/>
          </p:nvGrpSpPr>
          <p:grpSpPr>
            <a:xfrm>
              <a:off x="4827664" y="1410319"/>
              <a:ext cx="2880000" cy="4262898"/>
              <a:chOff x="4827664" y="1410319"/>
              <a:chExt cx="2880000" cy="4262898"/>
            </a:xfrm>
          </p:grpSpPr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F015D136-85B7-CA22-5C9E-98B0FDD827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67136" y="3508635"/>
                <a:ext cx="1787696" cy="486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noProof="0" dirty="0">
                    <a:solidFill>
                      <a:srgbClr val="002060"/>
                    </a:solidFill>
                  </a:rPr>
                  <a:t>Complexity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FE9B1E-4C43-6D61-BB08-4BBF42ED959A}"/>
                  </a:ext>
                </a:extLst>
              </p:cNvPr>
              <p:cNvSpPr txBox="1"/>
              <p:nvPr/>
            </p:nvSpPr>
            <p:spPr>
              <a:xfrm>
                <a:off x="4827664" y="4195889"/>
                <a:ext cx="2880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noProof="0" dirty="0"/>
                  <a:t>Formal languages require exact</a:t>
                </a:r>
                <a:r>
                  <a:rPr lang="en-US" dirty="0"/>
                  <a:t> </a:t>
                </a:r>
                <a:r>
                  <a:rPr lang="en-US" b="1" noProof="0" dirty="0"/>
                  <a:t>syntax</a:t>
                </a:r>
                <a:r>
                  <a:rPr lang="en-US" noProof="0" dirty="0"/>
                  <a:t>. Legal rules often </a:t>
                </a:r>
                <a:r>
                  <a:rPr lang="en-US" dirty="0"/>
                  <a:t>use</a:t>
                </a:r>
                <a:r>
                  <a:rPr lang="en-US" noProof="0" dirty="0"/>
                  <a:t> convoluted </a:t>
                </a:r>
                <a:r>
                  <a:rPr lang="en-US" b="1" noProof="0" dirty="0"/>
                  <a:t>logic</a:t>
                </a:r>
                <a:r>
                  <a:rPr lang="en-US" noProof="0" dirty="0"/>
                  <a:t>.</a:t>
                </a:r>
              </a:p>
              <a:p>
                <a:pPr algn="just"/>
                <a:r>
                  <a:rPr lang="en-US" dirty="0"/>
                  <a:t>Faithful interpretation of legal text is needed.</a:t>
                </a:r>
                <a:endParaRPr lang="en-US" noProof="0" dirty="0"/>
              </a:p>
            </p:txBody>
          </p:sp>
          <p:pic>
            <p:nvPicPr>
              <p:cNvPr id="36" name="Picture 35" descr="A bracket symbol with a ruler.">
                <a:extLst>
                  <a:ext uri="{FF2B5EF4-FFF2-40B4-BE49-F238E27FC236}">
                    <a16:creationId xmlns:a16="http://schemas.microsoft.com/office/drawing/2014/main" id="{44FD3A10-D4C2-2CBD-957E-028F92C90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19603" t="3213" r="14524" b="6828"/>
              <a:stretch>
                <a:fillRect/>
              </a:stretch>
            </p:blipFill>
            <p:spPr>
              <a:xfrm>
                <a:off x="5017688" y="1410319"/>
                <a:ext cx="2055702" cy="1800000"/>
              </a:xfrm>
              <a:prstGeom prst="rect">
                <a:avLst/>
              </a:prstGeom>
            </p:spPr>
          </p:pic>
        </p:grpSp>
        <p:pic>
          <p:nvPicPr>
            <p:cNvPr id="22" name="Graphic 21" descr="Tick with solid fill">
              <a:extLst>
                <a:ext uri="{FF2B5EF4-FFF2-40B4-BE49-F238E27FC236}">
                  <a16:creationId xmlns:a16="http://schemas.microsoft.com/office/drawing/2014/main" id="{879E8170-D24B-18F9-A0DD-0CB3104DD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58366" y="5050287"/>
              <a:ext cx="361202" cy="361202"/>
            </a:xfrm>
            <a:prstGeom prst="rect">
              <a:avLst/>
            </a:prstGeom>
          </p:spPr>
        </p:pic>
        <p:pic>
          <p:nvPicPr>
            <p:cNvPr id="20" name="Graphic 19" descr="Warning with solid fill">
              <a:extLst>
                <a:ext uri="{FF2B5EF4-FFF2-40B4-BE49-F238E27FC236}">
                  <a16:creationId xmlns:a16="http://schemas.microsoft.com/office/drawing/2014/main" id="{3D494B7A-D5C0-FB95-6B63-A3D651ED7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9568" y="4195889"/>
              <a:ext cx="360000" cy="360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DDBD76-3AD3-516F-ECC5-3CF1DE4358B2}"/>
              </a:ext>
            </a:extLst>
          </p:cNvPr>
          <p:cNvGrpSpPr/>
          <p:nvPr/>
        </p:nvGrpSpPr>
        <p:grpSpPr>
          <a:xfrm>
            <a:off x="370373" y="1410319"/>
            <a:ext cx="3275843" cy="4001170"/>
            <a:chOff x="370373" y="1410319"/>
            <a:chExt cx="3275843" cy="400117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A7F5418-8FEC-EF8F-134D-D5FC73B91DC0}"/>
                </a:ext>
              </a:extLst>
            </p:cNvPr>
            <p:cNvGrpSpPr/>
            <p:nvPr/>
          </p:nvGrpSpPr>
          <p:grpSpPr>
            <a:xfrm>
              <a:off x="766216" y="1410319"/>
              <a:ext cx="2880000" cy="4001170"/>
              <a:chOff x="766216" y="1410319"/>
              <a:chExt cx="2880000" cy="4001170"/>
            </a:xfrm>
          </p:grpSpPr>
          <p:sp>
            <p:nvSpPr>
              <p:cNvPr id="11" name="Text Placeholder 3">
                <a:extLst>
                  <a:ext uri="{FF2B5EF4-FFF2-40B4-BE49-F238E27FC236}">
                    <a16:creationId xmlns:a16="http://schemas.microsoft.com/office/drawing/2014/main" id="{0E9B4D63-D482-385B-88A4-CF2D9B3C68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53" y="3467370"/>
                <a:ext cx="2094488" cy="486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noProof="0" dirty="0">
                    <a:solidFill>
                      <a:srgbClr val="002060"/>
                    </a:solidFill>
                  </a:rPr>
                  <a:t>Explainability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C163A8-FB3B-6ED6-BE05-933ECD3EC5F6}"/>
                  </a:ext>
                </a:extLst>
              </p:cNvPr>
              <p:cNvSpPr txBox="1"/>
              <p:nvPr/>
            </p:nvSpPr>
            <p:spPr>
              <a:xfrm>
                <a:off x="766216" y="4211160"/>
                <a:ext cx="2880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noProof="0" dirty="0"/>
                  <a:t>LLMs hallucinate and are non-deterministic. </a:t>
                </a:r>
              </a:p>
              <a:p>
                <a:pPr algn="just"/>
                <a:r>
                  <a:rPr lang="en-US" dirty="0"/>
                  <a:t>In l</a:t>
                </a:r>
                <a:r>
                  <a:rPr lang="en-US" noProof="0" dirty="0"/>
                  <a:t>aw we need</a:t>
                </a:r>
                <a:r>
                  <a:rPr lang="en-US" dirty="0"/>
                  <a:t> traceable, auditable decisions.</a:t>
                </a:r>
                <a:endParaRPr lang="en-US" noProof="0" dirty="0"/>
              </a:p>
            </p:txBody>
          </p:sp>
          <p:pic>
            <p:nvPicPr>
              <p:cNvPr id="25" name="Picture 24" descr="A brain with a triangle and an exclamation mark.">
                <a:extLst>
                  <a:ext uri="{FF2B5EF4-FFF2-40B4-BE49-F238E27FC236}">
                    <a16:creationId xmlns:a16="http://schemas.microsoft.com/office/drawing/2014/main" id="{B9CEA9B4-378B-4B96-D0A1-E7F007761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12301" t="4827" r="24701" b="8396"/>
              <a:stretch>
                <a:fillRect/>
              </a:stretch>
            </p:blipFill>
            <p:spPr>
              <a:xfrm>
                <a:off x="1052653" y="1410319"/>
                <a:ext cx="2063599" cy="1800000"/>
              </a:xfrm>
              <a:prstGeom prst="rect">
                <a:avLst/>
              </a:prstGeom>
            </p:spPr>
          </p:pic>
        </p:grpSp>
        <p:pic>
          <p:nvPicPr>
            <p:cNvPr id="23" name="Graphic 22" descr="Tick with solid fill">
              <a:extLst>
                <a:ext uri="{FF2B5EF4-FFF2-40B4-BE49-F238E27FC236}">
                  <a16:creationId xmlns:a16="http://schemas.microsoft.com/office/drawing/2014/main" id="{39BB693B-1123-4688-18A5-A1EE8EBDC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373" y="4750861"/>
              <a:ext cx="361202" cy="361202"/>
            </a:xfrm>
            <a:prstGeom prst="rect">
              <a:avLst/>
            </a:prstGeom>
          </p:spPr>
        </p:pic>
        <p:pic>
          <p:nvPicPr>
            <p:cNvPr id="21" name="Graphic 20" descr="Warning with solid fill">
              <a:extLst>
                <a:ext uri="{FF2B5EF4-FFF2-40B4-BE49-F238E27FC236}">
                  <a16:creationId xmlns:a16="http://schemas.microsoft.com/office/drawing/2014/main" id="{654D620E-D389-7F38-E582-000D492AD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0974" y="4195889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66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6B7A39-081E-0952-E335-B16D77CC75BE}"/>
              </a:ext>
            </a:extLst>
          </p:cNvPr>
          <p:cNvSpPr txBox="1">
            <a:spLocks/>
          </p:cNvSpPr>
          <p:nvPr/>
        </p:nvSpPr>
        <p:spPr>
          <a:xfrm>
            <a:off x="308811" y="124495"/>
            <a:ext cx="11574379" cy="674826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defPPr>
              <a:defRPr lang="el-G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Background: The Building Blocks of Automated Governance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593F5F-699B-38DD-4E0F-88592109BB47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05D776-54F8-321A-5F88-9A8534F9C905}"/>
              </a:ext>
            </a:extLst>
          </p:cNvPr>
          <p:cNvCxnSpPr>
            <a:cxnSpLocks/>
          </p:cNvCxnSpPr>
          <p:nvPr/>
        </p:nvCxnSpPr>
        <p:spPr>
          <a:xfrm flipV="1">
            <a:off x="3962809" y="1091130"/>
            <a:ext cx="0" cy="54000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58B57-E8E6-FAD3-B0D1-6DF729B1D1CE}"/>
              </a:ext>
            </a:extLst>
          </p:cNvPr>
          <p:cNvCxnSpPr>
            <a:cxnSpLocks/>
          </p:cNvCxnSpPr>
          <p:nvPr/>
        </p:nvCxnSpPr>
        <p:spPr>
          <a:xfrm flipV="1">
            <a:off x="7931104" y="1091130"/>
            <a:ext cx="0" cy="54000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B4E690-C782-A260-2C14-CDDB620AD722}"/>
              </a:ext>
            </a:extLst>
          </p:cNvPr>
          <p:cNvGrpSpPr/>
          <p:nvPr/>
        </p:nvGrpSpPr>
        <p:grpSpPr>
          <a:xfrm>
            <a:off x="4044130" y="1091130"/>
            <a:ext cx="3805653" cy="4945343"/>
            <a:chOff x="8243191" y="1091131"/>
            <a:chExt cx="3805653" cy="4945343"/>
          </a:xfrm>
        </p:grpSpPr>
        <p:sp>
          <p:nvSpPr>
            <p:cNvPr id="7" name="Text Placeholder 3">
              <a:extLst>
                <a:ext uri="{FF2B5EF4-FFF2-40B4-BE49-F238E27FC236}">
                  <a16:creationId xmlns:a16="http://schemas.microsoft.com/office/drawing/2014/main" id="{C3C5EA9D-71BD-7041-D177-583DD1F587F9}"/>
                </a:ext>
              </a:extLst>
            </p:cNvPr>
            <p:cNvSpPr txBox="1">
              <a:spLocks/>
            </p:cNvSpPr>
            <p:nvPr/>
          </p:nvSpPr>
          <p:spPr>
            <a:xfrm>
              <a:off x="8243191" y="3777822"/>
              <a:ext cx="3805653" cy="74860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defPPr>
                <a:defRPr lang="el-GR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>
                  <a:solidFill>
                    <a:srgbClr val="002060"/>
                  </a:solidFill>
                </a:defRPr>
              </a:lvl1pPr>
              <a:lvl2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/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b="1"/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5pPr>
              <a:lvl6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6pPr>
              <a:lvl7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7pPr>
              <a:lvl8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8pPr>
              <a:lvl9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/>
              </a:lvl9pPr>
            </a:lstStyle>
            <a:p>
              <a:r>
                <a:rPr lang="en-US" sz="1800" dirty="0"/>
                <a:t>RDF </a:t>
              </a:r>
            </a:p>
            <a:p>
              <a:r>
                <a:rPr lang="en-US" sz="1800" dirty="0"/>
                <a:t>(Resource Description Framework)</a:t>
              </a:r>
            </a:p>
          </p:txBody>
        </p:sp>
        <p:sp>
          <p:nvSpPr>
            <p:cNvPr id="17" name="Text Placeholder 3">
              <a:extLst>
                <a:ext uri="{FF2B5EF4-FFF2-40B4-BE49-F238E27FC236}">
                  <a16:creationId xmlns:a16="http://schemas.microsoft.com/office/drawing/2014/main" id="{727CA839-34F3-FD94-6448-3C899E76A820}"/>
                </a:ext>
              </a:extLst>
            </p:cNvPr>
            <p:cNvSpPr txBox="1">
              <a:spLocks/>
            </p:cNvSpPr>
            <p:nvPr/>
          </p:nvSpPr>
          <p:spPr>
            <a:xfrm>
              <a:off x="8978955" y="1091131"/>
              <a:ext cx="2334125" cy="48673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0" dirty="0">
                  <a:solidFill>
                    <a:srgbClr val="002060"/>
                  </a:solidFill>
                </a:rPr>
                <a:t>The Data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72E9AB-A8DC-9F3F-24DD-A5BC614A5E1A}"/>
                </a:ext>
              </a:extLst>
            </p:cNvPr>
            <p:cNvSpPr txBox="1"/>
            <p:nvPr/>
          </p:nvSpPr>
          <p:spPr>
            <a:xfrm>
              <a:off x="8526018" y="5036200"/>
              <a:ext cx="3240000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l-GR"/>
              </a:defPPr>
              <a:lvl1pPr algn="just"/>
            </a:lstStyle>
            <a:p>
              <a:pPr>
                <a:spcAft>
                  <a:spcPts val="600"/>
                </a:spcAft>
              </a:pPr>
              <a:r>
                <a:rPr lang="en-US" dirty="0"/>
                <a:t>A graph-based representation of facts using triples:</a:t>
              </a:r>
            </a:p>
            <a:p>
              <a:pPr>
                <a:spcAft>
                  <a:spcPts val="600"/>
                </a:spcAft>
              </a:pPr>
              <a:r>
                <a:rPr lang="en-US" dirty="0"/>
                <a:t>(Subject – Predicate – Object)</a:t>
              </a:r>
            </a:p>
          </p:txBody>
        </p:sp>
        <p:pic>
          <p:nvPicPr>
            <p:cNvPr id="21" name="Picture 20" descr="A  triangle of nodes">
              <a:extLst>
                <a:ext uri="{FF2B5EF4-FFF2-40B4-BE49-F238E27FC236}">
                  <a16:creationId xmlns:a16="http://schemas.microsoft.com/office/drawing/2014/main" id="{9AAC7EED-FDD1-8EF7-305E-DC75DE933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439" t="13567" r="18011" b="6729"/>
            <a:stretch>
              <a:fillRect/>
            </a:stretch>
          </p:blipFill>
          <p:spPr>
            <a:xfrm>
              <a:off x="9130703" y="1702818"/>
              <a:ext cx="2030628" cy="180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B790E2-6F53-353E-9139-5C577F4B0E80}"/>
              </a:ext>
            </a:extLst>
          </p:cNvPr>
          <p:cNvGrpSpPr/>
          <p:nvPr/>
        </p:nvGrpSpPr>
        <p:grpSpPr>
          <a:xfrm>
            <a:off x="8295251" y="1091130"/>
            <a:ext cx="3344125" cy="5083843"/>
            <a:chOff x="4420108" y="1091131"/>
            <a:chExt cx="3344125" cy="5083843"/>
          </a:xfrm>
        </p:grpSpPr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32456CE6-9BDA-5F36-E384-BD40B3CA4B2A}"/>
                </a:ext>
              </a:extLst>
            </p:cNvPr>
            <p:cNvSpPr txBox="1">
              <a:spLocks/>
            </p:cNvSpPr>
            <p:nvPr/>
          </p:nvSpPr>
          <p:spPr>
            <a:xfrm>
              <a:off x="4420108" y="3776012"/>
              <a:ext cx="3344125" cy="748603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noProof="0" dirty="0">
                  <a:solidFill>
                    <a:srgbClr val="002060"/>
                  </a:solidFill>
                </a:rPr>
                <a:t>SHACL </a:t>
              </a:r>
            </a:p>
            <a:p>
              <a:pPr algn="ctr"/>
              <a:r>
                <a:rPr lang="en-US" sz="1800" noProof="0" dirty="0">
                  <a:solidFill>
                    <a:srgbClr val="002060"/>
                  </a:solidFill>
                </a:rPr>
                <a:t>(Shapes Constraint Language)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05907D-4093-DA9C-EF48-4B994FEF4B93}"/>
                </a:ext>
              </a:extLst>
            </p:cNvPr>
            <p:cNvSpPr txBox="1"/>
            <p:nvPr/>
          </p:nvSpPr>
          <p:spPr>
            <a:xfrm>
              <a:off x="4472171" y="4897701"/>
              <a:ext cx="3240000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en-US" noProof="0" dirty="0"/>
                <a:t>The </a:t>
              </a:r>
              <a:r>
                <a:rPr lang="en-US" dirty="0"/>
                <a:t>standard</a:t>
              </a:r>
              <a:r>
                <a:rPr lang="en-US" noProof="0" dirty="0"/>
                <a:t> for validating the structure and content of RDF graphs.</a:t>
              </a:r>
            </a:p>
            <a:p>
              <a:pPr algn="just">
                <a:spcAft>
                  <a:spcPts val="600"/>
                </a:spcAft>
              </a:pPr>
              <a:r>
                <a:rPr lang="en-US" dirty="0"/>
                <a:t>Supports embedded SPARQL.</a:t>
              </a:r>
              <a:endParaRPr lang="en-US" noProof="0" dirty="0"/>
            </a:p>
          </p:txBody>
        </p:sp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F78C729B-94F5-0AA0-4BCF-C6C3FD348F85}"/>
                </a:ext>
              </a:extLst>
            </p:cNvPr>
            <p:cNvSpPr txBox="1">
              <a:spLocks/>
            </p:cNvSpPr>
            <p:nvPr/>
          </p:nvSpPr>
          <p:spPr>
            <a:xfrm>
              <a:off x="5198324" y="1091131"/>
              <a:ext cx="1787696" cy="48673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0" dirty="0">
                  <a:solidFill>
                    <a:srgbClr val="002060"/>
                  </a:solidFill>
                </a:rPr>
                <a:t>The Rules</a:t>
              </a:r>
            </a:p>
          </p:txBody>
        </p:sp>
        <p:pic>
          <p:nvPicPr>
            <p:cNvPr id="23" name="Picture 22" descr="A logo with a check mark">
              <a:extLst>
                <a:ext uri="{FF2B5EF4-FFF2-40B4-BE49-F238E27FC236}">
                  <a16:creationId xmlns:a16="http://schemas.microsoft.com/office/drawing/2014/main" id="{A15ECF60-4F5A-4A63-CE1D-D111A2E85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481" t="2966" r="14999" b="10912"/>
            <a:stretch>
              <a:fillRect/>
            </a:stretch>
          </p:blipFill>
          <p:spPr>
            <a:xfrm>
              <a:off x="5337807" y="1659251"/>
              <a:ext cx="1508730" cy="180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2FF01C-1AD1-56B0-7229-E29C01BE318A}"/>
              </a:ext>
            </a:extLst>
          </p:cNvPr>
          <p:cNvGrpSpPr/>
          <p:nvPr/>
        </p:nvGrpSpPr>
        <p:grpSpPr>
          <a:xfrm>
            <a:off x="377382" y="1091131"/>
            <a:ext cx="3273341" cy="5322368"/>
            <a:chOff x="377382" y="1091131"/>
            <a:chExt cx="3273341" cy="5322368"/>
          </a:xfrm>
        </p:grpSpPr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EEE1A69A-D3AB-8356-CD47-DCA045BF3F19}"/>
                </a:ext>
              </a:extLst>
            </p:cNvPr>
            <p:cNvSpPr txBox="1">
              <a:spLocks/>
            </p:cNvSpPr>
            <p:nvPr/>
          </p:nvSpPr>
          <p:spPr>
            <a:xfrm>
              <a:off x="660705" y="3776916"/>
              <a:ext cx="2706693" cy="74769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noProof="0" dirty="0">
                  <a:solidFill>
                    <a:srgbClr val="002060"/>
                  </a:solidFill>
                </a:rPr>
                <a:t>Neuro-Symbolic</a:t>
              </a:r>
            </a:p>
            <a:p>
              <a:pPr algn="ctr"/>
              <a:r>
                <a:rPr lang="en-US" sz="1800" noProof="0" dirty="0">
                  <a:solidFill>
                    <a:srgbClr val="002060"/>
                  </a:solidFill>
                </a:rPr>
                <a:t> Artificial Intelligence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4370CA-E13A-4E12-2B60-B6B820810BF7}"/>
                </a:ext>
              </a:extLst>
            </p:cNvPr>
            <p:cNvSpPr txBox="1"/>
            <p:nvPr/>
          </p:nvSpPr>
          <p:spPr>
            <a:xfrm>
              <a:off x="377382" y="4659173"/>
              <a:ext cx="327334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noProof="0" dirty="0"/>
                <a:t>A hybrid architecture that combines :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/>
                <a:t>Neural Networks (LLMs) for interpretation,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noProof="0" dirty="0"/>
                <a:t>Symbolic Logic (Knowledge Graphs) for execution.</a:t>
              </a:r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A494AB1C-F7FA-C027-1582-B9CBE1C701CA}"/>
                </a:ext>
              </a:extLst>
            </p:cNvPr>
            <p:cNvSpPr txBox="1">
              <a:spLocks/>
            </p:cNvSpPr>
            <p:nvPr/>
          </p:nvSpPr>
          <p:spPr>
            <a:xfrm>
              <a:off x="966809" y="1091131"/>
              <a:ext cx="2094488" cy="48673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0" dirty="0">
                  <a:solidFill>
                    <a:srgbClr val="002060"/>
                  </a:solidFill>
                </a:rPr>
                <a:t>The Approach</a:t>
              </a:r>
            </a:p>
          </p:txBody>
        </p:sp>
        <p:pic>
          <p:nvPicPr>
            <p:cNvPr id="25" name="Picture 24" descr="A brain and a gear&#10;">
              <a:extLst>
                <a:ext uri="{FF2B5EF4-FFF2-40B4-BE49-F238E27FC236}">
                  <a16:creationId xmlns:a16="http://schemas.microsoft.com/office/drawing/2014/main" id="{2EF44281-2FE2-98B8-18C3-208F0477D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5823" t="5294" r="19564" b="11040"/>
            <a:stretch>
              <a:fillRect/>
            </a:stretch>
          </p:blipFill>
          <p:spPr>
            <a:xfrm>
              <a:off x="1072374" y="1726898"/>
              <a:ext cx="1883358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744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9087-3D59-DC74-E7C2-9DA0B356F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754C22-F9A1-F975-17DA-4E900376A2CA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002060"/>
                </a:solidFill>
              </a:rPr>
              <a:t>Methodology: A Neuro-Symbolic Extraction – Generation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2DA5E-7BFF-BAF3-0CFE-04A76B782147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B168434-C00D-74F8-7630-C041DB40DB7F}"/>
              </a:ext>
            </a:extLst>
          </p:cNvPr>
          <p:cNvSpPr/>
          <p:nvPr/>
        </p:nvSpPr>
        <p:spPr>
          <a:xfrm>
            <a:off x="9469249" y="4016928"/>
            <a:ext cx="2351165" cy="1141439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numCol="1" spcCol="180000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Why EU vocabularies?</a:t>
            </a:r>
            <a:br>
              <a:rPr lang="en-US" sz="1600" b="1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interoperable, cross-border logic.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9B23916C-4070-275E-F2F9-B5919B911433}"/>
              </a:ext>
            </a:extLst>
          </p:cNvPr>
          <p:cNvSpPr/>
          <p:nvPr/>
        </p:nvSpPr>
        <p:spPr>
          <a:xfrm>
            <a:off x="425041" y="1066167"/>
            <a:ext cx="2305050" cy="1023139"/>
          </a:xfrm>
          <a:prstGeom prst="flowChartDocument">
            <a:avLst/>
          </a:prstGeom>
          <a:solidFill>
            <a:srgbClr val="DDC98C"/>
          </a:solidFill>
          <a:ln w="38100">
            <a:solidFill>
              <a:srgbClr val="AF91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</a:rPr>
              <a:t>1. Input</a:t>
            </a:r>
            <a:r>
              <a:rPr lang="en-US" sz="1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</a:rPr>
              <a:t>Public Service </a:t>
            </a:r>
            <a:br>
              <a:rPr lang="en-US" sz="1700" dirty="0">
                <a:solidFill>
                  <a:schemeClr val="tx1"/>
                </a:solidFill>
              </a:rPr>
            </a:br>
            <a:r>
              <a:rPr lang="en-US" sz="1700" dirty="0">
                <a:solidFill>
                  <a:schemeClr val="tx1"/>
                </a:solidFill>
              </a:rPr>
              <a:t>PDF Document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F0DF6DC2-8DDA-97EC-8664-E9C2E6F81C54}"/>
              </a:ext>
            </a:extLst>
          </p:cNvPr>
          <p:cNvSpPr/>
          <p:nvPr/>
        </p:nvSpPr>
        <p:spPr>
          <a:xfrm>
            <a:off x="3593423" y="1923407"/>
            <a:ext cx="2568102" cy="877163"/>
          </a:xfrm>
          <a:prstGeom prst="flowChartProcess">
            <a:avLst/>
          </a:prstGeom>
          <a:solidFill>
            <a:srgbClr val="DDC98C"/>
          </a:solidFill>
          <a:ln w="38100">
            <a:solidFill>
              <a:srgbClr val="AF91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sz="1700" b="1" dirty="0">
                <a:solidFill>
                  <a:schemeClr val="tx1"/>
                </a:solidFill>
              </a:rPr>
              <a:t>2. Summarization: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</a:rPr>
              <a:t>LLM extracts preconditions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6315E6D-08F5-6C2B-D4DC-C67E0BB9FA50}"/>
              </a:ext>
            </a:extLst>
          </p:cNvPr>
          <p:cNvGrpSpPr/>
          <p:nvPr/>
        </p:nvGrpSpPr>
        <p:grpSpPr>
          <a:xfrm>
            <a:off x="3540074" y="3544186"/>
            <a:ext cx="2674800" cy="986400"/>
            <a:chOff x="3705726" y="3203543"/>
            <a:chExt cx="2674800" cy="986400"/>
          </a:xfrm>
        </p:grpSpPr>
        <p:sp>
          <p:nvSpPr>
            <p:cNvPr id="31" name="Flowchart: Process 30">
              <a:extLst>
                <a:ext uri="{FF2B5EF4-FFF2-40B4-BE49-F238E27FC236}">
                  <a16:creationId xmlns:a16="http://schemas.microsoft.com/office/drawing/2014/main" id="{8949A7E8-5916-0458-03B3-8EB5E751AE5B}"/>
                </a:ext>
              </a:extLst>
            </p:cNvPr>
            <p:cNvSpPr/>
            <p:nvPr/>
          </p:nvSpPr>
          <p:spPr>
            <a:xfrm>
              <a:off x="3705726" y="3203543"/>
              <a:ext cx="2674800" cy="986400"/>
            </a:xfrm>
            <a:prstGeom prst="flowChartProcess">
              <a:avLst/>
            </a:prstGeom>
            <a:solidFill>
              <a:srgbClr val="C2DEE1"/>
            </a:solidFill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>
                <a:solidFill>
                  <a:schemeClr val="tx1"/>
                </a:solidFill>
              </a:endParaRPr>
            </a:p>
          </p:txBody>
        </p:sp>
        <p:sp>
          <p:nvSpPr>
            <p:cNvPr id="30" name="Flowchart: Process 29">
              <a:extLst>
                <a:ext uri="{FF2B5EF4-FFF2-40B4-BE49-F238E27FC236}">
                  <a16:creationId xmlns:a16="http://schemas.microsoft.com/office/drawing/2014/main" id="{6B6BF7AA-0F22-B0A9-27FF-3C3AD9131FE2}"/>
                </a:ext>
              </a:extLst>
            </p:cNvPr>
            <p:cNvSpPr/>
            <p:nvPr/>
          </p:nvSpPr>
          <p:spPr>
            <a:xfrm>
              <a:off x="3759075" y="3258162"/>
              <a:ext cx="2568102" cy="877163"/>
            </a:xfrm>
            <a:prstGeom prst="flowChartProcess">
              <a:avLst/>
            </a:prstGeom>
            <a:solidFill>
              <a:srgbClr val="DDC98C"/>
            </a:solidFill>
            <a:ln w="38100">
              <a:solidFill>
                <a:srgbClr val="AF914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</a:rPr>
                <a:t>3. Information Model:</a:t>
              </a:r>
            </a:p>
            <a:p>
              <a:pPr algn="ctr"/>
              <a:r>
                <a:rPr lang="en-US" sz="1700" dirty="0">
                  <a:solidFill>
                    <a:schemeClr val="tx1"/>
                  </a:solidFill>
                </a:rPr>
                <a:t>Intermediate JSON representation</a:t>
              </a:r>
              <a:endParaRPr lang="el-GR" sz="1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E15C96A-2EF0-9011-AD29-0E6AD52BAFA8}"/>
              </a:ext>
            </a:extLst>
          </p:cNvPr>
          <p:cNvCxnSpPr>
            <a:cxnSpLocks/>
            <a:stCxn id="10" idx="3"/>
            <a:endCxn id="23" idx="0"/>
          </p:cNvCxnSpPr>
          <p:nvPr/>
        </p:nvCxnSpPr>
        <p:spPr>
          <a:xfrm>
            <a:off x="2730091" y="1577737"/>
            <a:ext cx="2147383" cy="345670"/>
          </a:xfrm>
          <a:prstGeom prst="bentConnector2">
            <a:avLst/>
          </a:prstGeom>
          <a:ln w="38100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59418D5-999E-2304-4C55-CED61695A3BC}"/>
              </a:ext>
            </a:extLst>
          </p:cNvPr>
          <p:cNvCxnSpPr>
            <a:cxnSpLocks/>
            <a:stCxn id="23" idx="2"/>
            <a:endCxn id="31" idx="0"/>
          </p:cNvCxnSpPr>
          <p:nvPr/>
        </p:nvCxnSpPr>
        <p:spPr>
          <a:xfrm>
            <a:off x="4877474" y="2800570"/>
            <a:ext cx="0" cy="743616"/>
          </a:xfrm>
          <a:prstGeom prst="straightConnector1">
            <a:avLst/>
          </a:prstGeom>
          <a:ln w="38100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680D301-C412-5DE1-8C34-EF5CD38E0708}"/>
              </a:ext>
            </a:extLst>
          </p:cNvPr>
          <p:cNvCxnSpPr>
            <a:cxnSpLocks/>
            <a:stCxn id="31" idx="1"/>
            <a:endCxn id="45" idx="0"/>
          </p:cNvCxnSpPr>
          <p:nvPr/>
        </p:nvCxnSpPr>
        <p:spPr>
          <a:xfrm rot="10800000" flipV="1">
            <a:off x="2320516" y="4037386"/>
            <a:ext cx="1219558" cy="755090"/>
          </a:xfrm>
          <a:prstGeom prst="bentConnector2">
            <a:avLst/>
          </a:prstGeom>
          <a:ln w="38100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8F9DDD5-B216-2715-2042-C55B9FE3A0B7}"/>
              </a:ext>
            </a:extLst>
          </p:cNvPr>
          <p:cNvCxnSpPr>
            <a:cxnSpLocks/>
            <a:stCxn id="31" idx="3"/>
            <a:endCxn id="46" idx="0"/>
          </p:cNvCxnSpPr>
          <p:nvPr/>
        </p:nvCxnSpPr>
        <p:spPr>
          <a:xfrm>
            <a:off x="6214874" y="4037386"/>
            <a:ext cx="1255491" cy="754444"/>
          </a:xfrm>
          <a:prstGeom prst="bentConnector2">
            <a:avLst/>
          </a:prstGeom>
          <a:ln w="38100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F7DDBBE-2ED1-F1BC-249C-DD1A9B8DAB92}"/>
              </a:ext>
            </a:extLst>
          </p:cNvPr>
          <p:cNvGrpSpPr/>
          <p:nvPr/>
        </p:nvGrpSpPr>
        <p:grpSpPr>
          <a:xfrm>
            <a:off x="425041" y="4792476"/>
            <a:ext cx="3790951" cy="1762933"/>
            <a:chOff x="425041" y="4792476"/>
            <a:chExt cx="3790951" cy="176293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1746CF-664F-BAAD-8353-FDF9AFD8CC07}"/>
                </a:ext>
              </a:extLst>
            </p:cNvPr>
            <p:cNvSpPr txBox="1"/>
            <p:nvPr/>
          </p:nvSpPr>
          <p:spPr>
            <a:xfrm>
              <a:off x="425042" y="4822639"/>
              <a:ext cx="37909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/>
                <a:t>4. Graph Construction</a:t>
              </a:r>
              <a:r>
                <a:rPr lang="en-US" sz="1700" dirty="0"/>
                <a:t>:</a:t>
              </a:r>
            </a:p>
            <a:p>
              <a:pPr algn="ctr"/>
              <a:r>
                <a:rPr lang="en-US" sz="1700" dirty="0"/>
                <a:t>RDF Turtle + HTML visualization.</a:t>
              </a:r>
            </a:p>
            <a:p>
              <a:pPr algn="ctr"/>
              <a:r>
                <a:rPr lang="en-US" sz="1700" dirty="0"/>
                <a:t>Uses CCCEV, CPSV-AP vocabularies.</a:t>
              </a:r>
              <a:endParaRPr lang="el-GR" sz="1700" dirty="0"/>
            </a:p>
          </p:txBody>
        </p:sp>
        <p:sp>
          <p:nvSpPr>
            <p:cNvPr id="45" name="Flowchart: Process 44">
              <a:extLst>
                <a:ext uri="{FF2B5EF4-FFF2-40B4-BE49-F238E27FC236}">
                  <a16:creationId xmlns:a16="http://schemas.microsoft.com/office/drawing/2014/main" id="{24A22773-03FD-2C7A-858F-F207C74F59C9}"/>
                </a:ext>
              </a:extLst>
            </p:cNvPr>
            <p:cNvSpPr/>
            <p:nvPr/>
          </p:nvSpPr>
          <p:spPr>
            <a:xfrm>
              <a:off x="425041" y="4792476"/>
              <a:ext cx="3790949" cy="1762933"/>
            </a:xfrm>
            <a:prstGeom prst="flowChartProcess">
              <a:avLst/>
            </a:prstGeom>
            <a:noFill/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>
                <a:solidFill>
                  <a:schemeClr val="tx1"/>
                </a:solidFill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72A1550-4C04-F1F7-D7B2-377805421509}"/>
                </a:ext>
              </a:extLst>
            </p:cNvPr>
            <p:cNvGrpSpPr/>
            <p:nvPr/>
          </p:nvGrpSpPr>
          <p:grpSpPr>
            <a:xfrm>
              <a:off x="602965" y="5743656"/>
              <a:ext cx="3435099" cy="694577"/>
              <a:chOff x="771525" y="5738868"/>
              <a:chExt cx="3435099" cy="694577"/>
            </a:xfrm>
          </p:grpSpPr>
          <p:sp>
            <p:nvSpPr>
              <p:cNvPr id="47" name="Flowchart: Document 46">
                <a:extLst>
                  <a:ext uri="{FF2B5EF4-FFF2-40B4-BE49-F238E27FC236}">
                    <a16:creationId xmlns:a16="http://schemas.microsoft.com/office/drawing/2014/main" id="{A4F26B48-5D47-F377-A38D-F27D25C3AC9D}"/>
                  </a:ext>
                </a:extLst>
              </p:cNvPr>
              <p:cNvSpPr/>
              <p:nvPr/>
            </p:nvSpPr>
            <p:spPr>
              <a:xfrm>
                <a:off x="771525" y="5746863"/>
                <a:ext cx="1276830" cy="686582"/>
              </a:xfrm>
              <a:prstGeom prst="flowChartDocument">
                <a:avLst/>
              </a:prstGeom>
              <a:solidFill>
                <a:srgbClr val="C2DEE1"/>
              </a:solidFill>
              <a:ln w="38100">
                <a:solidFill>
                  <a:srgbClr val="277D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000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Service Graph</a:t>
                </a:r>
              </a:p>
            </p:txBody>
          </p:sp>
          <p:sp>
            <p:nvSpPr>
              <p:cNvPr id="48" name="Flowchart: Document 47">
                <a:extLst>
                  <a:ext uri="{FF2B5EF4-FFF2-40B4-BE49-F238E27FC236}">
                    <a16:creationId xmlns:a16="http://schemas.microsoft.com/office/drawing/2014/main" id="{4E7FCC10-7D71-EC3E-43D8-7E5F268953F5}"/>
                  </a:ext>
                </a:extLst>
              </p:cNvPr>
              <p:cNvSpPr/>
              <p:nvPr/>
            </p:nvSpPr>
            <p:spPr>
              <a:xfrm>
                <a:off x="2709840" y="5738868"/>
                <a:ext cx="1496784" cy="686582"/>
              </a:xfrm>
              <a:prstGeom prst="flowChartDocument">
                <a:avLst/>
              </a:prstGeom>
              <a:solidFill>
                <a:srgbClr val="C2DEE1"/>
              </a:solidFill>
              <a:ln w="38100">
                <a:solidFill>
                  <a:srgbClr val="277D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000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Citizen-Service Graph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E8EE1AF-DB2D-97C3-C319-812ED8AE8E26}"/>
                  </a:ext>
                </a:extLst>
              </p:cNvPr>
              <p:cNvCxnSpPr>
                <a:cxnSpLocks/>
                <a:stCxn id="47" idx="3"/>
                <a:endCxn id="48" idx="1"/>
              </p:cNvCxnSpPr>
              <p:nvPr/>
            </p:nvCxnSpPr>
            <p:spPr>
              <a:xfrm flipV="1">
                <a:off x="2048355" y="6082159"/>
                <a:ext cx="661485" cy="7995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rgbClr val="277D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38175E6-BB95-6546-B208-1F85B9273410}"/>
              </a:ext>
            </a:extLst>
          </p:cNvPr>
          <p:cNvGrpSpPr/>
          <p:nvPr/>
        </p:nvGrpSpPr>
        <p:grpSpPr>
          <a:xfrm>
            <a:off x="5574889" y="4791830"/>
            <a:ext cx="3790950" cy="1762933"/>
            <a:chOff x="5574889" y="4791830"/>
            <a:chExt cx="3790950" cy="1762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96E6C4-399B-0540-A5E9-251C5637081C}"/>
                </a:ext>
              </a:extLst>
            </p:cNvPr>
            <p:cNvSpPr txBox="1"/>
            <p:nvPr/>
          </p:nvSpPr>
          <p:spPr>
            <a:xfrm>
              <a:off x="5574889" y="4822638"/>
              <a:ext cx="37909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/>
                <a:t>5. SHACL Shapes Generation</a:t>
              </a:r>
              <a:r>
                <a:rPr lang="en-US" sz="1700" dirty="0"/>
                <a:t>:</a:t>
              </a:r>
            </a:p>
            <a:p>
              <a:pPr algn="ctr"/>
              <a:r>
                <a:rPr lang="en-US" sz="1700" dirty="0"/>
                <a:t>Core SHACL for simple checks.</a:t>
              </a:r>
            </a:p>
            <a:p>
              <a:pPr algn="ctr"/>
              <a:r>
                <a:rPr lang="en-US" sz="1700" dirty="0"/>
                <a:t>Embedded SPARQL for complex rules.</a:t>
              </a:r>
              <a:endParaRPr lang="el-GR" sz="1700" dirty="0"/>
            </a:p>
          </p:txBody>
        </p:sp>
        <p:sp>
          <p:nvSpPr>
            <p:cNvPr id="46" name="Flowchart: Process 45">
              <a:extLst>
                <a:ext uri="{FF2B5EF4-FFF2-40B4-BE49-F238E27FC236}">
                  <a16:creationId xmlns:a16="http://schemas.microsoft.com/office/drawing/2014/main" id="{7C5A3502-26B0-0663-7635-DFFD613E4FEA}"/>
                </a:ext>
              </a:extLst>
            </p:cNvPr>
            <p:cNvSpPr/>
            <p:nvPr/>
          </p:nvSpPr>
          <p:spPr>
            <a:xfrm>
              <a:off x="5574890" y="4791830"/>
              <a:ext cx="3790949" cy="1762933"/>
            </a:xfrm>
            <a:prstGeom prst="flowChartProcess">
              <a:avLst/>
            </a:prstGeom>
            <a:noFill/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>
                <a:solidFill>
                  <a:schemeClr val="tx1"/>
                </a:solidFill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FD155B0-6777-8449-486D-5BE4C5DA3959}"/>
                </a:ext>
              </a:extLst>
            </p:cNvPr>
            <p:cNvGrpSpPr/>
            <p:nvPr/>
          </p:nvGrpSpPr>
          <p:grpSpPr>
            <a:xfrm>
              <a:off x="5740386" y="5699802"/>
              <a:ext cx="3459955" cy="686582"/>
              <a:chOff x="5924984" y="5759394"/>
              <a:chExt cx="3459955" cy="686582"/>
            </a:xfrm>
          </p:grpSpPr>
          <p:sp>
            <p:nvSpPr>
              <p:cNvPr id="49" name="Flowchart: Document 48">
                <a:extLst>
                  <a:ext uri="{FF2B5EF4-FFF2-40B4-BE49-F238E27FC236}">
                    <a16:creationId xmlns:a16="http://schemas.microsoft.com/office/drawing/2014/main" id="{6C00B122-8DF6-9597-C33F-C7FEE6AA9048}"/>
                  </a:ext>
                </a:extLst>
              </p:cNvPr>
              <p:cNvSpPr/>
              <p:nvPr/>
            </p:nvSpPr>
            <p:spPr>
              <a:xfrm>
                <a:off x="5924984" y="5759394"/>
                <a:ext cx="1211695" cy="686582"/>
              </a:xfrm>
              <a:prstGeom prst="flowChartDocument">
                <a:avLst/>
              </a:prstGeom>
              <a:solidFill>
                <a:srgbClr val="C2DEE1"/>
              </a:solidFill>
              <a:ln w="38100">
                <a:solidFill>
                  <a:srgbClr val="277D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000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SHACL-spec JSON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3578FCE-9A3D-B120-329F-5C29EEB8FEE4}"/>
                  </a:ext>
                </a:extLst>
              </p:cNvPr>
              <p:cNvCxnSpPr>
                <a:cxnSpLocks/>
                <a:stCxn id="49" idx="3"/>
                <a:endCxn id="50" idx="1"/>
              </p:cNvCxnSpPr>
              <p:nvPr/>
            </p:nvCxnSpPr>
            <p:spPr>
              <a:xfrm>
                <a:off x="7136679" y="6102685"/>
                <a:ext cx="710070" cy="0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rgbClr val="277D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3838536-9997-A2AB-72F9-31E16CFB8623}"/>
                  </a:ext>
                </a:extLst>
              </p:cNvPr>
              <p:cNvGrpSpPr/>
              <p:nvPr/>
            </p:nvGrpSpPr>
            <p:grpSpPr>
              <a:xfrm>
                <a:off x="7846749" y="5759394"/>
                <a:ext cx="1538190" cy="686582"/>
                <a:chOff x="8004175" y="5759394"/>
                <a:chExt cx="1250950" cy="686582"/>
              </a:xfrm>
            </p:grpSpPr>
            <p:sp>
              <p:nvSpPr>
                <p:cNvPr id="50" name="Flowchart: Document 49">
                  <a:extLst>
                    <a:ext uri="{FF2B5EF4-FFF2-40B4-BE49-F238E27FC236}">
                      <a16:creationId xmlns:a16="http://schemas.microsoft.com/office/drawing/2014/main" id="{4AF5B7A4-B69E-BC22-6B74-BC680D8A28E6}"/>
                    </a:ext>
                  </a:extLst>
                </p:cNvPr>
                <p:cNvSpPr/>
                <p:nvPr/>
              </p:nvSpPr>
              <p:spPr>
                <a:xfrm>
                  <a:off x="8004175" y="5759394"/>
                  <a:ext cx="1250950" cy="686582"/>
                </a:xfrm>
                <a:prstGeom prst="flowChartDocument">
                  <a:avLst/>
                </a:prstGeom>
                <a:solidFill>
                  <a:srgbClr val="C2DEE1"/>
                </a:solidFill>
                <a:ln w="38100">
                  <a:solidFill>
                    <a:srgbClr val="277D7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Flowchart: Document 70">
                  <a:extLst>
                    <a:ext uri="{FF2B5EF4-FFF2-40B4-BE49-F238E27FC236}">
                      <a16:creationId xmlns:a16="http://schemas.microsoft.com/office/drawing/2014/main" id="{608FB777-43AD-5F08-41B0-E7BFCDAE6257}"/>
                    </a:ext>
                  </a:extLst>
                </p:cNvPr>
                <p:cNvSpPr/>
                <p:nvPr/>
              </p:nvSpPr>
              <p:spPr>
                <a:xfrm>
                  <a:off x="8057250" y="5812885"/>
                  <a:ext cx="1144800" cy="564103"/>
                </a:xfrm>
                <a:prstGeom prst="flowChartDocument">
                  <a:avLst/>
                </a:prstGeom>
                <a:solidFill>
                  <a:srgbClr val="DDC98C"/>
                </a:solidFill>
                <a:ln w="38100">
                  <a:solidFill>
                    <a:srgbClr val="AF914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0000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SHACL Shapes Graph</a:t>
                  </a:r>
                </a:p>
              </p:txBody>
            </p:sp>
          </p:grp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42007FC-1532-2B5F-BA90-D26D285ECABD}"/>
              </a:ext>
            </a:extLst>
          </p:cNvPr>
          <p:cNvGrpSpPr/>
          <p:nvPr/>
        </p:nvGrpSpPr>
        <p:grpSpPr>
          <a:xfrm>
            <a:off x="5791284" y="2913159"/>
            <a:ext cx="847180" cy="956772"/>
            <a:chOff x="8022480" y="1735243"/>
            <a:chExt cx="563237" cy="700384"/>
          </a:xfrm>
        </p:grpSpPr>
        <p:sp>
          <p:nvSpPr>
            <p:cNvPr id="90" name="Free-form: Shape 89">
              <a:extLst>
                <a:ext uri="{FF2B5EF4-FFF2-40B4-BE49-F238E27FC236}">
                  <a16:creationId xmlns:a16="http://schemas.microsoft.com/office/drawing/2014/main" id="{33BE661C-79AA-06D7-6DCD-07BC2CF51C3C}"/>
                </a:ext>
              </a:extLst>
            </p:cNvPr>
            <p:cNvSpPr/>
            <p:nvPr/>
          </p:nvSpPr>
          <p:spPr>
            <a:xfrm>
              <a:off x="8046775" y="1759567"/>
              <a:ext cx="514350" cy="652462"/>
            </a:xfrm>
            <a:custGeom>
              <a:avLst/>
              <a:gdLst>
                <a:gd name="csX0" fmla="*/ 384810 w 514350"/>
                <a:gd name="csY0" fmla="*/ 0 h 652462"/>
                <a:gd name="csX1" fmla="*/ 129540 w 514350"/>
                <a:gd name="csY1" fmla="*/ 0 h 652462"/>
                <a:gd name="csX2" fmla="*/ 0 w 514350"/>
                <a:gd name="csY2" fmla="*/ 115253 h 652462"/>
                <a:gd name="csX3" fmla="*/ 257175 w 514350"/>
                <a:gd name="csY3" fmla="*/ 652463 h 652462"/>
                <a:gd name="csX4" fmla="*/ 514350 w 514350"/>
                <a:gd name="csY4" fmla="*/ 115253 h 652462"/>
                <a:gd name="csX5" fmla="*/ 384810 w 514350"/>
                <a:gd name="csY5" fmla="*/ 0 h 652462"/>
                <a:gd name="csX6" fmla="*/ 59055 w 514350"/>
                <a:gd name="csY6" fmla="*/ 175260 h 652462"/>
                <a:gd name="csX7" fmla="*/ 43815 w 514350"/>
                <a:gd name="csY7" fmla="*/ 160020 h 652462"/>
                <a:gd name="csX8" fmla="*/ 59055 w 514350"/>
                <a:gd name="csY8" fmla="*/ 144780 h 652462"/>
                <a:gd name="csX9" fmla="*/ 74295 w 514350"/>
                <a:gd name="csY9" fmla="*/ 160020 h 652462"/>
                <a:gd name="csX10" fmla="*/ 59055 w 514350"/>
                <a:gd name="csY10" fmla="*/ 175260 h 652462"/>
                <a:gd name="csX11" fmla="*/ 83820 w 514350"/>
                <a:gd name="csY11" fmla="*/ 288608 h 652462"/>
                <a:gd name="csX12" fmla="*/ 68580 w 514350"/>
                <a:gd name="csY12" fmla="*/ 303848 h 652462"/>
                <a:gd name="csX13" fmla="*/ 53340 w 514350"/>
                <a:gd name="csY13" fmla="*/ 288608 h 652462"/>
                <a:gd name="csX14" fmla="*/ 68580 w 514350"/>
                <a:gd name="csY14" fmla="*/ 273368 h 652462"/>
                <a:gd name="csX15" fmla="*/ 83820 w 514350"/>
                <a:gd name="csY15" fmla="*/ 288608 h 652462"/>
                <a:gd name="csX16" fmla="*/ 113348 w 514350"/>
                <a:gd name="csY16" fmla="*/ 407670 h 652462"/>
                <a:gd name="csX17" fmla="*/ 98107 w 514350"/>
                <a:gd name="csY17" fmla="*/ 422910 h 652462"/>
                <a:gd name="csX18" fmla="*/ 98107 w 514350"/>
                <a:gd name="csY18" fmla="*/ 422910 h 652462"/>
                <a:gd name="csX19" fmla="*/ 98107 w 514350"/>
                <a:gd name="csY19" fmla="*/ 422910 h 652462"/>
                <a:gd name="csX20" fmla="*/ 82868 w 514350"/>
                <a:gd name="csY20" fmla="*/ 407670 h 652462"/>
                <a:gd name="csX21" fmla="*/ 98107 w 514350"/>
                <a:gd name="csY21" fmla="*/ 392430 h 652462"/>
                <a:gd name="csX22" fmla="*/ 113348 w 514350"/>
                <a:gd name="csY22" fmla="*/ 407670 h 652462"/>
                <a:gd name="csX23" fmla="*/ 173355 w 514350"/>
                <a:gd name="csY23" fmla="*/ 516255 h 652462"/>
                <a:gd name="csX24" fmla="*/ 158115 w 514350"/>
                <a:gd name="csY24" fmla="*/ 531495 h 652462"/>
                <a:gd name="csX25" fmla="*/ 142875 w 514350"/>
                <a:gd name="csY25" fmla="*/ 516255 h 652462"/>
                <a:gd name="csX26" fmla="*/ 158115 w 514350"/>
                <a:gd name="csY26" fmla="*/ 501015 h 652462"/>
                <a:gd name="csX27" fmla="*/ 173355 w 514350"/>
                <a:gd name="csY27" fmla="*/ 516255 h 652462"/>
                <a:gd name="csX28" fmla="*/ 182880 w 514350"/>
                <a:gd name="csY28" fmla="*/ 60960 h 652462"/>
                <a:gd name="csX29" fmla="*/ 167640 w 514350"/>
                <a:gd name="csY29" fmla="*/ 76200 h 652462"/>
                <a:gd name="csX30" fmla="*/ 167640 w 514350"/>
                <a:gd name="csY30" fmla="*/ 76200 h 652462"/>
                <a:gd name="csX31" fmla="*/ 152400 w 514350"/>
                <a:gd name="csY31" fmla="*/ 60960 h 652462"/>
                <a:gd name="csX32" fmla="*/ 167640 w 514350"/>
                <a:gd name="csY32" fmla="*/ 45720 h 652462"/>
                <a:gd name="csX33" fmla="*/ 182880 w 514350"/>
                <a:gd name="csY33" fmla="*/ 60960 h 652462"/>
                <a:gd name="csX34" fmla="*/ 272415 w 514350"/>
                <a:gd name="csY34" fmla="*/ 585788 h 652462"/>
                <a:gd name="csX35" fmla="*/ 257175 w 514350"/>
                <a:gd name="csY35" fmla="*/ 601028 h 652462"/>
                <a:gd name="csX36" fmla="*/ 241935 w 514350"/>
                <a:gd name="csY36" fmla="*/ 585788 h 652462"/>
                <a:gd name="csX37" fmla="*/ 257175 w 514350"/>
                <a:gd name="csY37" fmla="*/ 570548 h 652462"/>
                <a:gd name="csX38" fmla="*/ 272415 w 514350"/>
                <a:gd name="csY38" fmla="*/ 585788 h 652462"/>
                <a:gd name="csX39" fmla="*/ 272415 w 514350"/>
                <a:gd name="csY39" fmla="*/ 60960 h 652462"/>
                <a:gd name="csX40" fmla="*/ 257175 w 514350"/>
                <a:gd name="csY40" fmla="*/ 76200 h 652462"/>
                <a:gd name="csX41" fmla="*/ 241935 w 514350"/>
                <a:gd name="csY41" fmla="*/ 60960 h 652462"/>
                <a:gd name="csX42" fmla="*/ 257175 w 514350"/>
                <a:gd name="csY42" fmla="*/ 45720 h 652462"/>
                <a:gd name="csX43" fmla="*/ 272415 w 514350"/>
                <a:gd name="csY43" fmla="*/ 60960 h 652462"/>
                <a:gd name="csX44" fmla="*/ 345758 w 514350"/>
                <a:gd name="csY44" fmla="*/ 76200 h 652462"/>
                <a:gd name="csX45" fmla="*/ 330518 w 514350"/>
                <a:gd name="csY45" fmla="*/ 60960 h 652462"/>
                <a:gd name="csX46" fmla="*/ 345758 w 514350"/>
                <a:gd name="csY46" fmla="*/ 45720 h 652462"/>
                <a:gd name="csX47" fmla="*/ 360998 w 514350"/>
                <a:gd name="csY47" fmla="*/ 60960 h 652462"/>
                <a:gd name="csX48" fmla="*/ 345758 w 514350"/>
                <a:gd name="csY48" fmla="*/ 76200 h 652462"/>
                <a:gd name="csX49" fmla="*/ 370523 w 514350"/>
                <a:gd name="csY49" fmla="*/ 516255 h 652462"/>
                <a:gd name="csX50" fmla="*/ 355283 w 514350"/>
                <a:gd name="csY50" fmla="*/ 531495 h 652462"/>
                <a:gd name="csX51" fmla="*/ 340043 w 514350"/>
                <a:gd name="csY51" fmla="*/ 516255 h 652462"/>
                <a:gd name="csX52" fmla="*/ 355283 w 514350"/>
                <a:gd name="csY52" fmla="*/ 501015 h 652462"/>
                <a:gd name="csX53" fmla="*/ 370523 w 514350"/>
                <a:gd name="csY53" fmla="*/ 516255 h 652462"/>
                <a:gd name="csX54" fmla="*/ 415290 w 514350"/>
                <a:gd name="csY54" fmla="*/ 421958 h 652462"/>
                <a:gd name="csX55" fmla="*/ 400050 w 514350"/>
                <a:gd name="csY55" fmla="*/ 406718 h 652462"/>
                <a:gd name="csX56" fmla="*/ 415290 w 514350"/>
                <a:gd name="csY56" fmla="*/ 391478 h 652462"/>
                <a:gd name="csX57" fmla="*/ 430530 w 514350"/>
                <a:gd name="csY57" fmla="*/ 406718 h 652462"/>
                <a:gd name="csX58" fmla="*/ 415290 w 514350"/>
                <a:gd name="csY58" fmla="*/ 421958 h 652462"/>
                <a:gd name="csX59" fmla="*/ 460058 w 514350"/>
                <a:gd name="csY59" fmla="*/ 288608 h 652462"/>
                <a:gd name="csX60" fmla="*/ 444817 w 514350"/>
                <a:gd name="csY60" fmla="*/ 303848 h 652462"/>
                <a:gd name="csX61" fmla="*/ 429578 w 514350"/>
                <a:gd name="csY61" fmla="*/ 288608 h 652462"/>
                <a:gd name="csX62" fmla="*/ 444817 w 514350"/>
                <a:gd name="csY62" fmla="*/ 273368 h 652462"/>
                <a:gd name="csX63" fmla="*/ 460058 w 514350"/>
                <a:gd name="csY63" fmla="*/ 288608 h 652462"/>
                <a:gd name="csX64" fmla="*/ 469583 w 514350"/>
                <a:gd name="csY64" fmla="*/ 160020 h 652462"/>
                <a:gd name="csX65" fmla="*/ 454342 w 514350"/>
                <a:gd name="csY65" fmla="*/ 175260 h 652462"/>
                <a:gd name="csX66" fmla="*/ 439103 w 514350"/>
                <a:gd name="csY66" fmla="*/ 160020 h 652462"/>
                <a:gd name="csX67" fmla="*/ 454342 w 514350"/>
                <a:gd name="csY67" fmla="*/ 144780 h 652462"/>
                <a:gd name="csX68" fmla="*/ 469583 w 514350"/>
                <a:gd name="csY68" fmla="*/ 160020 h 6524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</a:cxnLst>
              <a:rect l="l" t="t" r="r" b="b"/>
              <a:pathLst>
                <a:path w="514350" h="652462">
                  <a:moveTo>
                    <a:pt x="384810" y="0"/>
                  </a:moveTo>
                  <a:lnTo>
                    <a:pt x="129540" y="0"/>
                  </a:lnTo>
                  <a:cubicBezTo>
                    <a:pt x="107632" y="57150"/>
                    <a:pt x="59055" y="100013"/>
                    <a:pt x="0" y="115253"/>
                  </a:cubicBezTo>
                  <a:cubicBezTo>
                    <a:pt x="8572" y="524828"/>
                    <a:pt x="151448" y="606743"/>
                    <a:pt x="257175" y="652463"/>
                  </a:cubicBezTo>
                  <a:cubicBezTo>
                    <a:pt x="362903" y="607695"/>
                    <a:pt x="504825" y="524828"/>
                    <a:pt x="514350" y="115253"/>
                  </a:cubicBezTo>
                  <a:cubicBezTo>
                    <a:pt x="455295" y="100013"/>
                    <a:pt x="406718" y="57150"/>
                    <a:pt x="384810" y="0"/>
                  </a:cubicBezTo>
                  <a:close/>
                  <a:moveTo>
                    <a:pt x="59055" y="175260"/>
                  </a:moveTo>
                  <a:cubicBezTo>
                    <a:pt x="50482" y="175260"/>
                    <a:pt x="43815" y="168593"/>
                    <a:pt x="43815" y="160020"/>
                  </a:cubicBezTo>
                  <a:cubicBezTo>
                    <a:pt x="43815" y="151448"/>
                    <a:pt x="50482" y="144780"/>
                    <a:pt x="59055" y="144780"/>
                  </a:cubicBezTo>
                  <a:cubicBezTo>
                    <a:pt x="67628" y="144780"/>
                    <a:pt x="74295" y="151448"/>
                    <a:pt x="74295" y="160020"/>
                  </a:cubicBezTo>
                  <a:cubicBezTo>
                    <a:pt x="74295" y="168593"/>
                    <a:pt x="67628" y="175260"/>
                    <a:pt x="59055" y="175260"/>
                  </a:cubicBezTo>
                  <a:close/>
                  <a:moveTo>
                    <a:pt x="83820" y="288608"/>
                  </a:moveTo>
                  <a:cubicBezTo>
                    <a:pt x="83820" y="297180"/>
                    <a:pt x="77153" y="303848"/>
                    <a:pt x="68580" y="303848"/>
                  </a:cubicBezTo>
                  <a:cubicBezTo>
                    <a:pt x="60007" y="303848"/>
                    <a:pt x="53340" y="297180"/>
                    <a:pt x="53340" y="288608"/>
                  </a:cubicBezTo>
                  <a:cubicBezTo>
                    <a:pt x="53340" y="280035"/>
                    <a:pt x="60007" y="273368"/>
                    <a:pt x="68580" y="273368"/>
                  </a:cubicBezTo>
                  <a:cubicBezTo>
                    <a:pt x="77153" y="274320"/>
                    <a:pt x="83820" y="280988"/>
                    <a:pt x="83820" y="288608"/>
                  </a:cubicBezTo>
                  <a:close/>
                  <a:moveTo>
                    <a:pt x="113348" y="407670"/>
                  </a:moveTo>
                  <a:cubicBezTo>
                    <a:pt x="113348" y="416243"/>
                    <a:pt x="106680" y="422910"/>
                    <a:pt x="98107" y="422910"/>
                  </a:cubicBezTo>
                  <a:cubicBezTo>
                    <a:pt x="98107" y="422910"/>
                    <a:pt x="98107" y="422910"/>
                    <a:pt x="98107" y="422910"/>
                  </a:cubicBezTo>
                  <a:lnTo>
                    <a:pt x="98107" y="422910"/>
                  </a:lnTo>
                  <a:cubicBezTo>
                    <a:pt x="89535" y="422910"/>
                    <a:pt x="82868" y="416243"/>
                    <a:pt x="82868" y="407670"/>
                  </a:cubicBezTo>
                  <a:cubicBezTo>
                    <a:pt x="82868" y="399098"/>
                    <a:pt x="89535" y="392430"/>
                    <a:pt x="98107" y="392430"/>
                  </a:cubicBezTo>
                  <a:cubicBezTo>
                    <a:pt x="106680" y="392430"/>
                    <a:pt x="113348" y="399098"/>
                    <a:pt x="113348" y="407670"/>
                  </a:cubicBezTo>
                  <a:close/>
                  <a:moveTo>
                    <a:pt x="173355" y="516255"/>
                  </a:moveTo>
                  <a:cubicBezTo>
                    <a:pt x="173355" y="524828"/>
                    <a:pt x="166688" y="531495"/>
                    <a:pt x="158115" y="531495"/>
                  </a:cubicBezTo>
                  <a:cubicBezTo>
                    <a:pt x="149543" y="531495"/>
                    <a:pt x="142875" y="524828"/>
                    <a:pt x="142875" y="516255"/>
                  </a:cubicBezTo>
                  <a:cubicBezTo>
                    <a:pt x="142875" y="507683"/>
                    <a:pt x="149543" y="501015"/>
                    <a:pt x="158115" y="501015"/>
                  </a:cubicBezTo>
                  <a:cubicBezTo>
                    <a:pt x="166688" y="501015"/>
                    <a:pt x="173355" y="507683"/>
                    <a:pt x="173355" y="516255"/>
                  </a:cubicBezTo>
                  <a:close/>
                  <a:moveTo>
                    <a:pt x="182880" y="60960"/>
                  </a:moveTo>
                  <a:cubicBezTo>
                    <a:pt x="182880" y="69532"/>
                    <a:pt x="176213" y="76200"/>
                    <a:pt x="167640" y="76200"/>
                  </a:cubicBezTo>
                  <a:lnTo>
                    <a:pt x="167640" y="76200"/>
                  </a:lnTo>
                  <a:cubicBezTo>
                    <a:pt x="159068" y="76200"/>
                    <a:pt x="152400" y="69532"/>
                    <a:pt x="152400" y="60960"/>
                  </a:cubicBezTo>
                  <a:cubicBezTo>
                    <a:pt x="152400" y="52388"/>
                    <a:pt x="159068" y="45720"/>
                    <a:pt x="167640" y="45720"/>
                  </a:cubicBezTo>
                  <a:cubicBezTo>
                    <a:pt x="176213" y="46672"/>
                    <a:pt x="182880" y="53340"/>
                    <a:pt x="182880" y="60960"/>
                  </a:cubicBezTo>
                  <a:close/>
                  <a:moveTo>
                    <a:pt x="272415" y="585788"/>
                  </a:moveTo>
                  <a:cubicBezTo>
                    <a:pt x="272415" y="594360"/>
                    <a:pt x="265748" y="601028"/>
                    <a:pt x="257175" y="601028"/>
                  </a:cubicBezTo>
                  <a:cubicBezTo>
                    <a:pt x="248602" y="601028"/>
                    <a:pt x="241935" y="594360"/>
                    <a:pt x="241935" y="585788"/>
                  </a:cubicBezTo>
                  <a:cubicBezTo>
                    <a:pt x="241935" y="577215"/>
                    <a:pt x="248602" y="570548"/>
                    <a:pt x="257175" y="570548"/>
                  </a:cubicBezTo>
                  <a:cubicBezTo>
                    <a:pt x="265748" y="570548"/>
                    <a:pt x="272415" y="577215"/>
                    <a:pt x="272415" y="585788"/>
                  </a:cubicBezTo>
                  <a:close/>
                  <a:moveTo>
                    <a:pt x="272415" y="60960"/>
                  </a:moveTo>
                  <a:cubicBezTo>
                    <a:pt x="272415" y="69532"/>
                    <a:pt x="265748" y="76200"/>
                    <a:pt x="257175" y="76200"/>
                  </a:cubicBezTo>
                  <a:cubicBezTo>
                    <a:pt x="248602" y="76200"/>
                    <a:pt x="241935" y="69532"/>
                    <a:pt x="241935" y="60960"/>
                  </a:cubicBezTo>
                  <a:cubicBezTo>
                    <a:pt x="241935" y="52388"/>
                    <a:pt x="248602" y="45720"/>
                    <a:pt x="257175" y="45720"/>
                  </a:cubicBezTo>
                  <a:cubicBezTo>
                    <a:pt x="265748" y="46672"/>
                    <a:pt x="272415" y="53340"/>
                    <a:pt x="272415" y="60960"/>
                  </a:cubicBezTo>
                  <a:close/>
                  <a:moveTo>
                    <a:pt x="345758" y="76200"/>
                  </a:moveTo>
                  <a:cubicBezTo>
                    <a:pt x="337185" y="76200"/>
                    <a:pt x="330518" y="69532"/>
                    <a:pt x="330518" y="60960"/>
                  </a:cubicBezTo>
                  <a:cubicBezTo>
                    <a:pt x="330518" y="52388"/>
                    <a:pt x="337185" y="45720"/>
                    <a:pt x="345758" y="45720"/>
                  </a:cubicBezTo>
                  <a:cubicBezTo>
                    <a:pt x="354330" y="45720"/>
                    <a:pt x="360998" y="52388"/>
                    <a:pt x="360998" y="60960"/>
                  </a:cubicBezTo>
                  <a:cubicBezTo>
                    <a:pt x="360998" y="69532"/>
                    <a:pt x="354330" y="76200"/>
                    <a:pt x="345758" y="76200"/>
                  </a:cubicBezTo>
                  <a:close/>
                  <a:moveTo>
                    <a:pt x="370523" y="516255"/>
                  </a:moveTo>
                  <a:cubicBezTo>
                    <a:pt x="370523" y="524828"/>
                    <a:pt x="363855" y="531495"/>
                    <a:pt x="355283" y="531495"/>
                  </a:cubicBezTo>
                  <a:cubicBezTo>
                    <a:pt x="346710" y="531495"/>
                    <a:pt x="340043" y="524828"/>
                    <a:pt x="340043" y="516255"/>
                  </a:cubicBezTo>
                  <a:cubicBezTo>
                    <a:pt x="340043" y="507683"/>
                    <a:pt x="346710" y="501015"/>
                    <a:pt x="355283" y="501015"/>
                  </a:cubicBezTo>
                  <a:cubicBezTo>
                    <a:pt x="363855" y="501015"/>
                    <a:pt x="370523" y="507683"/>
                    <a:pt x="370523" y="516255"/>
                  </a:cubicBezTo>
                  <a:close/>
                  <a:moveTo>
                    <a:pt x="415290" y="421958"/>
                  </a:moveTo>
                  <a:cubicBezTo>
                    <a:pt x="406718" y="421958"/>
                    <a:pt x="400050" y="415290"/>
                    <a:pt x="400050" y="406718"/>
                  </a:cubicBezTo>
                  <a:cubicBezTo>
                    <a:pt x="400050" y="398145"/>
                    <a:pt x="406718" y="391478"/>
                    <a:pt x="415290" y="391478"/>
                  </a:cubicBezTo>
                  <a:cubicBezTo>
                    <a:pt x="423863" y="391478"/>
                    <a:pt x="430530" y="398145"/>
                    <a:pt x="430530" y="406718"/>
                  </a:cubicBezTo>
                  <a:cubicBezTo>
                    <a:pt x="430530" y="415290"/>
                    <a:pt x="423863" y="421958"/>
                    <a:pt x="415290" y="421958"/>
                  </a:cubicBezTo>
                  <a:close/>
                  <a:moveTo>
                    <a:pt x="460058" y="288608"/>
                  </a:moveTo>
                  <a:cubicBezTo>
                    <a:pt x="460058" y="297180"/>
                    <a:pt x="453390" y="303848"/>
                    <a:pt x="444817" y="303848"/>
                  </a:cubicBezTo>
                  <a:cubicBezTo>
                    <a:pt x="436245" y="303848"/>
                    <a:pt x="429578" y="297180"/>
                    <a:pt x="429578" y="288608"/>
                  </a:cubicBezTo>
                  <a:cubicBezTo>
                    <a:pt x="429578" y="280035"/>
                    <a:pt x="436245" y="273368"/>
                    <a:pt x="444817" y="273368"/>
                  </a:cubicBezTo>
                  <a:cubicBezTo>
                    <a:pt x="453390" y="274320"/>
                    <a:pt x="460058" y="280988"/>
                    <a:pt x="460058" y="288608"/>
                  </a:cubicBezTo>
                  <a:close/>
                  <a:moveTo>
                    <a:pt x="469583" y="160020"/>
                  </a:moveTo>
                  <a:cubicBezTo>
                    <a:pt x="469583" y="168593"/>
                    <a:pt x="462915" y="175260"/>
                    <a:pt x="454342" y="175260"/>
                  </a:cubicBezTo>
                  <a:cubicBezTo>
                    <a:pt x="445770" y="175260"/>
                    <a:pt x="439103" y="168593"/>
                    <a:pt x="439103" y="160020"/>
                  </a:cubicBezTo>
                  <a:cubicBezTo>
                    <a:pt x="439103" y="151448"/>
                    <a:pt x="445770" y="144780"/>
                    <a:pt x="454342" y="144780"/>
                  </a:cubicBezTo>
                  <a:cubicBezTo>
                    <a:pt x="462915" y="145733"/>
                    <a:pt x="469583" y="152400"/>
                    <a:pt x="469583" y="160020"/>
                  </a:cubicBezTo>
                  <a:close/>
                </a:path>
              </a:pathLst>
            </a:custGeom>
            <a:solidFill>
              <a:srgbClr val="C2DEE1"/>
            </a:solidFill>
            <a:ln w="9525" cap="flat">
              <a:noFill/>
              <a:prstDash val="solid"/>
              <a:miter/>
            </a:ln>
          </p:spPr>
          <p:txBody>
            <a:bodyPr lIns="36000" rIns="36000" anchor="ctr"/>
            <a:lstStyle/>
            <a:p>
              <a:pPr algn="ctr"/>
              <a:r>
                <a:rPr lang="en-US" sz="1100" dirty="0" err="1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Pydantic</a:t>
              </a:r>
              <a:r>
                <a:rPr lang="en-US" sz="11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schema</a:t>
              </a:r>
            </a:p>
          </p:txBody>
        </p:sp>
        <p:sp>
          <p:nvSpPr>
            <p:cNvPr id="89" name="Free-form: Shape 88">
              <a:extLst>
                <a:ext uri="{FF2B5EF4-FFF2-40B4-BE49-F238E27FC236}">
                  <a16:creationId xmlns:a16="http://schemas.microsoft.com/office/drawing/2014/main" id="{05C7DF8A-AAED-4730-E315-FFD2B4DB5DBE}"/>
                </a:ext>
              </a:extLst>
            </p:cNvPr>
            <p:cNvSpPr/>
            <p:nvPr/>
          </p:nvSpPr>
          <p:spPr>
            <a:xfrm>
              <a:off x="8022480" y="1735243"/>
              <a:ext cx="563237" cy="700384"/>
            </a:xfrm>
            <a:custGeom>
              <a:avLst/>
              <a:gdLst>
                <a:gd name="csX0" fmla="*/ 323850 w 647700"/>
                <a:gd name="csY0" fmla="*/ 789623 h 789622"/>
                <a:gd name="csX1" fmla="*/ 316230 w 647700"/>
                <a:gd name="csY1" fmla="*/ 787718 h 789622"/>
                <a:gd name="csX2" fmla="*/ 0 w 647700"/>
                <a:gd name="csY2" fmla="*/ 140970 h 789622"/>
                <a:gd name="csX3" fmla="*/ 19050 w 647700"/>
                <a:gd name="csY3" fmla="*/ 121920 h 789622"/>
                <a:gd name="csX4" fmla="*/ 140970 w 647700"/>
                <a:gd name="csY4" fmla="*/ 16192 h 789622"/>
                <a:gd name="csX5" fmla="*/ 160020 w 647700"/>
                <a:gd name="csY5" fmla="*/ 0 h 789622"/>
                <a:gd name="csX6" fmla="*/ 487680 w 647700"/>
                <a:gd name="csY6" fmla="*/ 0 h 789622"/>
                <a:gd name="csX7" fmla="*/ 506730 w 647700"/>
                <a:gd name="csY7" fmla="*/ 16192 h 789622"/>
                <a:gd name="csX8" fmla="*/ 628650 w 647700"/>
                <a:gd name="csY8" fmla="*/ 121920 h 789622"/>
                <a:gd name="csX9" fmla="*/ 647700 w 647700"/>
                <a:gd name="csY9" fmla="*/ 140970 h 789622"/>
                <a:gd name="csX10" fmla="*/ 331470 w 647700"/>
                <a:gd name="csY10" fmla="*/ 788670 h 789622"/>
                <a:gd name="csX11" fmla="*/ 323850 w 647700"/>
                <a:gd name="csY11" fmla="*/ 789623 h 789622"/>
                <a:gd name="csX12" fmla="*/ 38100 w 647700"/>
                <a:gd name="csY12" fmla="*/ 159068 h 789622"/>
                <a:gd name="csX13" fmla="*/ 323850 w 647700"/>
                <a:gd name="csY13" fmla="*/ 750570 h 789622"/>
                <a:gd name="csX14" fmla="*/ 609600 w 647700"/>
                <a:gd name="csY14" fmla="*/ 159068 h 789622"/>
                <a:gd name="csX15" fmla="*/ 472440 w 647700"/>
                <a:gd name="csY15" fmla="*/ 38100 h 789622"/>
                <a:gd name="csX16" fmla="*/ 175260 w 647700"/>
                <a:gd name="csY16" fmla="*/ 38100 h 789622"/>
                <a:gd name="csX17" fmla="*/ 38100 w 647700"/>
                <a:gd name="csY17" fmla="*/ 159068 h 789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7700" h="789622">
                  <a:moveTo>
                    <a:pt x="323850" y="789623"/>
                  </a:moveTo>
                  <a:cubicBezTo>
                    <a:pt x="320993" y="789623"/>
                    <a:pt x="319088" y="788670"/>
                    <a:pt x="316230" y="787718"/>
                  </a:cubicBezTo>
                  <a:cubicBezTo>
                    <a:pt x="198120" y="739140"/>
                    <a:pt x="0" y="656273"/>
                    <a:pt x="0" y="140970"/>
                  </a:cubicBezTo>
                  <a:cubicBezTo>
                    <a:pt x="0" y="130493"/>
                    <a:pt x="8572" y="121920"/>
                    <a:pt x="19050" y="121920"/>
                  </a:cubicBezTo>
                  <a:cubicBezTo>
                    <a:pt x="80010" y="121920"/>
                    <a:pt x="132398" y="77153"/>
                    <a:pt x="140970" y="16192"/>
                  </a:cubicBezTo>
                  <a:cubicBezTo>
                    <a:pt x="141923" y="6667"/>
                    <a:pt x="150495" y="0"/>
                    <a:pt x="160020" y="0"/>
                  </a:cubicBezTo>
                  <a:lnTo>
                    <a:pt x="487680" y="0"/>
                  </a:lnTo>
                  <a:cubicBezTo>
                    <a:pt x="497205" y="0"/>
                    <a:pt x="504825" y="6667"/>
                    <a:pt x="506730" y="16192"/>
                  </a:cubicBezTo>
                  <a:cubicBezTo>
                    <a:pt x="515303" y="77153"/>
                    <a:pt x="567690" y="121920"/>
                    <a:pt x="628650" y="121920"/>
                  </a:cubicBezTo>
                  <a:cubicBezTo>
                    <a:pt x="639128" y="121920"/>
                    <a:pt x="647700" y="130493"/>
                    <a:pt x="647700" y="140970"/>
                  </a:cubicBezTo>
                  <a:cubicBezTo>
                    <a:pt x="647700" y="656273"/>
                    <a:pt x="449580" y="739140"/>
                    <a:pt x="331470" y="788670"/>
                  </a:cubicBezTo>
                  <a:cubicBezTo>
                    <a:pt x="328613" y="789623"/>
                    <a:pt x="326708" y="789623"/>
                    <a:pt x="323850" y="789623"/>
                  </a:cubicBezTo>
                  <a:close/>
                  <a:moveTo>
                    <a:pt x="38100" y="159068"/>
                  </a:moveTo>
                  <a:cubicBezTo>
                    <a:pt x="41910" y="622935"/>
                    <a:pt x="208598" y="701993"/>
                    <a:pt x="323850" y="750570"/>
                  </a:cubicBezTo>
                  <a:cubicBezTo>
                    <a:pt x="439103" y="701993"/>
                    <a:pt x="605790" y="622935"/>
                    <a:pt x="609600" y="159068"/>
                  </a:cubicBezTo>
                  <a:cubicBezTo>
                    <a:pt x="542925" y="150495"/>
                    <a:pt x="488633" y="102870"/>
                    <a:pt x="472440" y="38100"/>
                  </a:cubicBezTo>
                  <a:lnTo>
                    <a:pt x="175260" y="38100"/>
                  </a:lnTo>
                  <a:cubicBezTo>
                    <a:pt x="159068" y="102870"/>
                    <a:pt x="104775" y="150495"/>
                    <a:pt x="38100" y="159068"/>
                  </a:cubicBezTo>
                  <a:close/>
                </a:path>
              </a:pathLst>
            </a:custGeom>
            <a:solidFill>
              <a:srgbClr val="277D7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l-GR" sz="1100" dirty="0"/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6A7AA213-CADA-4892-5239-A8BA6A52F743}"/>
              </a:ext>
            </a:extLst>
          </p:cNvPr>
          <p:cNvSpPr/>
          <p:nvPr/>
        </p:nvSpPr>
        <p:spPr>
          <a:xfrm>
            <a:off x="9469249" y="964409"/>
            <a:ext cx="2351165" cy="1572326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numCol="1" spcCol="180000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Why intermediate representations?</a:t>
            </a:r>
            <a:br>
              <a:rPr lang="en-US" sz="1600" b="1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To guide the LLM reasoning process by anchoring it to a structured reference.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8786366-EEF6-AB3C-FE87-8BB6D104ED51}"/>
              </a:ext>
            </a:extLst>
          </p:cNvPr>
          <p:cNvSpPr/>
          <p:nvPr/>
        </p:nvSpPr>
        <p:spPr>
          <a:xfrm>
            <a:off x="9469249" y="2721501"/>
            <a:ext cx="2351165" cy="1110661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numCol="1" spcCol="180000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Why </a:t>
            </a:r>
            <a:r>
              <a:rPr lang="en-US" sz="1600" b="1" dirty="0" err="1">
                <a:solidFill>
                  <a:srgbClr val="002060"/>
                </a:solidFill>
              </a:rPr>
              <a:t>Pydantic</a:t>
            </a:r>
            <a:r>
              <a:rPr lang="en-US" sz="1600" b="1" dirty="0">
                <a:solidFill>
                  <a:srgbClr val="002060"/>
                </a:solidFill>
              </a:rPr>
              <a:t>?</a:t>
            </a:r>
            <a:br>
              <a:rPr lang="en-US" sz="1600" b="1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enforce structure before logic is generated.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483A91-2554-D4A5-644C-CF4636239214}"/>
              </a:ext>
            </a:extLst>
          </p:cNvPr>
          <p:cNvSpPr/>
          <p:nvPr/>
        </p:nvSpPr>
        <p:spPr>
          <a:xfrm>
            <a:off x="9469249" y="5343134"/>
            <a:ext cx="2351165" cy="1326105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numCol="1" spcCol="180000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Why SPARQL?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Because rules usually depend on graph topology and joins, not flat attributes.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0" grpId="0" animBg="1"/>
      <p:bldP spid="23" grpId="0" animBg="1"/>
      <p:bldP spid="98" grpId="0"/>
      <p:bldP spid="99" grpId="0"/>
      <p:bldP spid="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8805-B4FE-3FED-EB8F-732B1B6B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Separation">
            <a:extLst>
              <a:ext uri="{FF2B5EF4-FFF2-40B4-BE49-F238E27FC236}">
                <a16:creationId xmlns:a16="http://schemas.microsoft.com/office/drawing/2014/main" id="{B76F766F-A0A4-FFE1-FDED-5DED0097C733}"/>
              </a:ext>
            </a:extLst>
          </p:cNvPr>
          <p:cNvGrpSpPr/>
          <p:nvPr/>
        </p:nvGrpSpPr>
        <p:grpSpPr>
          <a:xfrm>
            <a:off x="301562" y="1654523"/>
            <a:ext cx="6365523" cy="4549173"/>
            <a:chOff x="301562" y="1654523"/>
            <a:chExt cx="6365523" cy="454917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E4DDF-60DD-F44D-48DE-5C86CC7E5521}"/>
                </a:ext>
              </a:extLst>
            </p:cNvPr>
            <p:cNvSpPr/>
            <p:nvPr/>
          </p:nvSpPr>
          <p:spPr>
            <a:xfrm>
              <a:off x="1279899" y="1654523"/>
              <a:ext cx="4546146" cy="4549173"/>
            </a:xfrm>
            <a:custGeom>
              <a:avLst/>
              <a:gdLst>
                <a:gd name="csX0" fmla="*/ 0 w 6584996"/>
                <a:gd name="csY0" fmla="*/ 2374554 h 4749108"/>
                <a:gd name="csX1" fmla="*/ 3292498 w 6584996"/>
                <a:gd name="csY1" fmla="*/ 0 h 4749108"/>
                <a:gd name="csX2" fmla="*/ 6584996 w 6584996"/>
                <a:gd name="csY2" fmla="*/ 2374554 h 4749108"/>
                <a:gd name="csX3" fmla="*/ 3292498 w 6584996"/>
                <a:gd name="csY3" fmla="*/ 4749108 h 4749108"/>
                <a:gd name="csX4" fmla="*/ 0 w 6584996"/>
                <a:gd name="csY4" fmla="*/ 2374554 h 4749108"/>
                <a:gd name="csX0" fmla="*/ 0 w 6184946"/>
                <a:gd name="csY0" fmla="*/ 1485092 h 4800033"/>
                <a:gd name="csX1" fmla="*/ 2892448 w 6184946"/>
                <a:gd name="csY1" fmla="*/ 37638 h 4800033"/>
                <a:gd name="csX2" fmla="*/ 6184946 w 6184946"/>
                <a:gd name="csY2" fmla="*/ 2412192 h 4800033"/>
                <a:gd name="csX3" fmla="*/ 2892448 w 6184946"/>
                <a:gd name="csY3" fmla="*/ 4786746 h 4800033"/>
                <a:gd name="csX4" fmla="*/ 0 w 6184946"/>
                <a:gd name="csY4" fmla="*/ 1485092 h 4800033"/>
                <a:gd name="csX0" fmla="*/ 87362 w 6272308"/>
                <a:gd name="csY0" fmla="*/ 1487604 h 4802545"/>
                <a:gd name="csX1" fmla="*/ 2979810 w 6272308"/>
                <a:gd name="csY1" fmla="*/ 40150 h 4802545"/>
                <a:gd name="csX2" fmla="*/ 6272308 w 6272308"/>
                <a:gd name="csY2" fmla="*/ 2414704 h 4802545"/>
                <a:gd name="csX3" fmla="*/ 2979810 w 6272308"/>
                <a:gd name="csY3" fmla="*/ 4789258 h 4802545"/>
                <a:gd name="csX4" fmla="*/ 87362 w 6272308"/>
                <a:gd name="csY4" fmla="*/ 1487604 h 4802545"/>
                <a:gd name="csX0" fmla="*/ 96348 w 5957444"/>
                <a:gd name="csY0" fmla="*/ 989466 h 5031552"/>
                <a:gd name="csX1" fmla="*/ 2664946 w 5957444"/>
                <a:gd name="csY1" fmla="*/ 246862 h 5031552"/>
                <a:gd name="csX2" fmla="*/ 5957444 w 5957444"/>
                <a:gd name="csY2" fmla="*/ 2621416 h 5031552"/>
                <a:gd name="csX3" fmla="*/ 2664946 w 5957444"/>
                <a:gd name="csY3" fmla="*/ 4995970 h 5031552"/>
                <a:gd name="csX4" fmla="*/ 96348 w 5957444"/>
                <a:gd name="csY4" fmla="*/ 989466 h 5031552"/>
                <a:gd name="csX0" fmla="*/ 168912 w 6030008"/>
                <a:gd name="csY0" fmla="*/ 950803 h 4992889"/>
                <a:gd name="csX1" fmla="*/ 2737510 w 6030008"/>
                <a:gd name="csY1" fmla="*/ 208199 h 4992889"/>
                <a:gd name="csX2" fmla="*/ 6030008 w 6030008"/>
                <a:gd name="csY2" fmla="*/ 2582753 h 4992889"/>
                <a:gd name="csX3" fmla="*/ 2737510 w 6030008"/>
                <a:gd name="csY3" fmla="*/ 4957307 h 4992889"/>
                <a:gd name="csX4" fmla="*/ 168912 w 6030008"/>
                <a:gd name="csY4" fmla="*/ 950803 h 4992889"/>
                <a:gd name="csX0" fmla="*/ 12450 w 5873546"/>
                <a:gd name="csY0" fmla="*/ 768939 h 4811025"/>
                <a:gd name="csX1" fmla="*/ 3647848 w 5873546"/>
                <a:gd name="csY1" fmla="*/ 127935 h 4811025"/>
                <a:gd name="csX2" fmla="*/ 5873546 w 5873546"/>
                <a:gd name="csY2" fmla="*/ 2400889 h 4811025"/>
                <a:gd name="csX3" fmla="*/ 2581048 w 5873546"/>
                <a:gd name="csY3" fmla="*/ 4775443 h 4811025"/>
                <a:gd name="csX4" fmla="*/ 12450 w 5873546"/>
                <a:gd name="csY4" fmla="*/ 768939 h 4811025"/>
                <a:gd name="csX0" fmla="*/ 11957 w 5390453"/>
                <a:gd name="csY0" fmla="*/ 772681 h 4817863"/>
                <a:gd name="csX1" fmla="*/ 3647355 w 5390453"/>
                <a:gd name="csY1" fmla="*/ 131677 h 4817863"/>
                <a:gd name="csX2" fmla="*/ 5390453 w 5390453"/>
                <a:gd name="csY2" fmla="*/ 2455431 h 4817863"/>
                <a:gd name="csX3" fmla="*/ 2580555 w 5390453"/>
                <a:gd name="csY3" fmla="*/ 4779185 h 4817863"/>
                <a:gd name="csX4" fmla="*/ 11957 w 5390453"/>
                <a:gd name="csY4" fmla="*/ 772681 h 4817863"/>
                <a:gd name="csX0" fmla="*/ 1819 w 5380315"/>
                <a:gd name="csY0" fmla="*/ 766266 h 4613946"/>
                <a:gd name="csX1" fmla="*/ 3637217 w 5380315"/>
                <a:gd name="csY1" fmla="*/ 125262 h 4613946"/>
                <a:gd name="csX2" fmla="*/ 5380315 w 5380315"/>
                <a:gd name="csY2" fmla="*/ 2449016 h 4613946"/>
                <a:gd name="csX3" fmla="*/ 4138867 w 5380315"/>
                <a:gd name="csY3" fmla="*/ 4569570 h 4613946"/>
                <a:gd name="csX4" fmla="*/ 1819 w 5380315"/>
                <a:gd name="csY4" fmla="*/ 766266 h 4613946"/>
                <a:gd name="csX0" fmla="*/ 1819 w 5380315"/>
                <a:gd name="csY0" fmla="*/ 766266 h 4579107"/>
                <a:gd name="csX1" fmla="*/ 3637217 w 5380315"/>
                <a:gd name="csY1" fmla="*/ 125262 h 4579107"/>
                <a:gd name="csX2" fmla="*/ 5380315 w 5380315"/>
                <a:gd name="csY2" fmla="*/ 2449016 h 4579107"/>
                <a:gd name="csX3" fmla="*/ 4138867 w 5380315"/>
                <a:gd name="csY3" fmla="*/ 4569570 h 4579107"/>
                <a:gd name="csX4" fmla="*/ 1819 w 5380315"/>
                <a:gd name="csY4" fmla="*/ 766266 h 4579107"/>
                <a:gd name="csX0" fmla="*/ 223717 w 5602213"/>
                <a:gd name="csY0" fmla="*/ 762599 h 4867875"/>
                <a:gd name="csX1" fmla="*/ 3859115 w 5602213"/>
                <a:gd name="csY1" fmla="*/ 121595 h 4867875"/>
                <a:gd name="csX2" fmla="*/ 5602213 w 5602213"/>
                <a:gd name="csY2" fmla="*/ 2445349 h 4867875"/>
                <a:gd name="csX3" fmla="*/ 4360765 w 5602213"/>
                <a:gd name="csY3" fmla="*/ 4565903 h 4867875"/>
                <a:gd name="csX4" fmla="*/ 824469 w 5602213"/>
                <a:gd name="csY4" fmla="*/ 4443982 h 4867875"/>
                <a:gd name="csX5" fmla="*/ 223717 w 5602213"/>
                <a:gd name="csY5" fmla="*/ 762599 h 4867875"/>
                <a:gd name="csX0" fmla="*/ 223717 w 5602213"/>
                <a:gd name="csY0" fmla="*/ 762599 h 4709310"/>
                <a:gd name="csX1" fmla="*/ 3859115 w 5602213"/>
                <a:gd name="csY1" fmla="*/ 121595 h 4709310"/>
                <a:gd name="csX2" fmla="*/ 5602213 w 5602213"/>
                <a:gd name="csY2" fmla="*/ 2445349 h 4709310"/>
                <a:gd name="csX3" fmla="*/ 4360765 w 5602213"/>
                <a:gd name="csY3" fmla="*/ 4565903 h 4709310"/>
                <a:gd name="csX4" fmla="*/ 824469 w 5602213"/>
                <a:gd name="csY4" fmla="*/ 4443982 h 4709310"/>
                <a:gd name="csX5" fmla="*/ 223717 w 5602213"/>
                <a:gd name="csY5" fmla="*/ 762599 h 4709310"/>
                <a:gd name="csX0" fmla="*/ 168679 w 5547175"/>
                <a:gd name="csY0" fmla="*/ 762599 h 4709310"/>
                <a:gd name="csX1" fmla="*/ 3804077 w 5547175"/>
                <a:gd name="csY1" fmla="*/ 121595 h 4709310"/>
                <a:gd name="csX2" fmla="*/ 5547175 w 5547175"/>
                <a:gd name="csY2" fmla="*/ 2445349 h 4709310"/>
                <a:gd name="csX3" fmla="*/ 4305727 w 5547175"/>
                <a:gd name="csY3" fmla="*/ 4565903 h 4709310"/>
                <a:gd name="csX4" fmla="*/ 769431 w 5547175"/>
                <a:gd name="csY4" fmla="*/ 4443982 h 4709310"/>
                <a:gd name="csX5" fmla="*/ 168679 w 5547175"/>
                <a:gd name="csY5" fmla="*/ 762599 h 4709310"/>
                <a:gd name="csX0" fmla="*/ 181196 w 5559692"/>
                <a:gd name="csY0" fmla="*/ 764682 h 4734857"/>
                <a:gd name="csX1" fmla="*/ 3816594 w 5559692"/>
                <a:gd name="csY1" fmla="*/ 123678 h 4734857"/>
                <a:gd name="csX2" fmla="*/ 5559692 w 5559692"/>
                <a:gd name="csY2" fmla="*/ 2447432 h 4734857"/>
                <a:gd name="csX3" fmla="*/ 4318244 w 5559692"/>
                <a:gd name="csY3" fmla="*/ 4567986 h 4734857"/>
                <a:gd name="csX4" fmla="*/ 724798 w 5559692"/>
                <a:gd name="csY4" fmla="*/ 4515915 h 4734857"/>
                <a:gd name="csX5" fmla="*/ 181196 w 5559692"/>
                <a:gd name="csY5" fmla="*/ 764682 h 4734857"/>
                <a:gd name="csX0" fmla="*/ 202757 w 5581253"/>
                <a:gd name="csY0" fmla="*/ 764682 h 4835135"/>
                <a:gd name="csX1" fmla="*/ 3838155 w 5581253"/>
                <a:gd name="csY1" fmla="*/ 123678 h 4835135"/>
                <a:gd name="csX2" fmla="*/ 5581253 w 5581253"/>
                <a:gd name="csY2" fmla="*/ 2447432 h 4835135"/>
                <a:gd name="csX3" fmla="*/ 4339805 w 5581253"/>
                <a:gd name="csY3" fmla="*/ 4567986 h 4835135"/>
                <a:gd name="csX4" fmla="*/ 746359 w 5581253"/>
                <a:gd name="csY4" fmla="*/ 4515915 h 4835135"/>
                <a:gd name="csX5" fmla="*/ 202757 w 5581253"/>
                <a:gd name="csY5" fmla="*/ 764682 h 4835135"/>
                <a:gd name="csX0" fmla="*/ 189875 w 5568371"/>
                <a:gd name="csY0" fmla="*/ 761481 h 4776600"/>
                <a:gd name="csX1" fmla="*/ 3825273 w 5568371"/>
                <a:gd name="csY1" fmla="*/ 120477 h 4776600"/>
                <a:gd name="csX2" fmla="*/ 5568371 w 5568371"/>
                <a:gd name="csY2" fmla="*/ 2444231 h 4776600"/>
                <a:gd name="csX3" fmla="*/ 4326923 w 5568371"/>
                <a:gd name="csY3" fmla="*/ 4564785 h 4776600"/>
                <a:gd name="csX4" fmla="*/ 784277 w 5568371"/>
                <a:gd name="csY4" fmla="*/ 4404764 h 4776600"/>
                <a:gd name="csX5" fmla="*/ 189875 w 5568371"/>
                <a:gd name="csY5" fmla="*/ 761481 h 4776600"/>
                <a:gd name="csX0" fmla="*/ 203341 w 5581837"/>
                <a:gd name="csY0" fmla="*/ 761481 h 4723551"/>
                <a:gd name="csX1" fmla="*/ 3838739 w 5581837"/>
                <a:gd name="csY1" fmla="*/ 120477 h 4723551"/>
                <a:gd name="csX2" fmla="*/ 5581837 w 5581837"/>
                <a:gd name="csY2" fmla="*/ 2444231 h 4723551"/>
                <a:gd name="csX3" fmla="*/ 4340389 w 5581837"/>
                <a:gd name="csY3" fmla="*/ 4564785 h 4723551"/>
                <a:gd name="csX4" fmla="*/ 797743 w 5581837"/>
                <a:gd name="csY4" fmla="*/ 4404764 h 4723551"/>
                <a:gd name="csX5" fmla="*/ 203341 w 5581837"/>
                <a:gd name="csY5" fmla="*/ 761481 h 4723551"/>
                <a:gd name="csX0" fmla="*/ 203341 w 5581837"/>
                <a:gd name="csY0" fmla="*/ 761481 h 4699312"/>
                <a:gd name="csX1" fmla="*/ 3838739 w 5581837"/>
                <a:gd name="csY1" fmla="*/ 120477 h 4699312"/>
                <a:gd name="csX2" fmla="*/ 5581837 w 5581837"/>
                <a:gd name="csY2" fmla="*/ 2444231 h 4699312"/>
                <a:gd name="csX3" fmla="*/ 4340389 w 5581837"/>
                <a:gd name="csY3" fmla="*/ 4564785 h 4699312"/>
                <a:gd name="csX4" fmla="*/ 797743 w 5581837"/>
                <a:gd name="csY4" fmla="*/ 4404764 h 4699312"/>
                <a:gd name="csX5" fmla="*/ 203341 w 5581837"/>
                <a:gd name="csY5" fmla="*/ 761481 h 4699312"/>
                <a:gd name="csX0" fmla="*/ 203341 w 5581837"/>
                <a:gd name="csY0" fmla="*/ 761481 h 4660221"/>
                <a:gd name="csX1" fmla="*/ 3838739 w 5581837"/>
                <a:gd name="csY1" fmla="*/ 120477 h 4660221"/>
                <a:gd name="csX2" fmla="*/ 5581837 w 5581837"/>
                <a:gd name="csY2" fmla="*/ 2444231 h 4660221"/>
                <a:gd name="csX3" fmla="*/ 4340389 w 5581837"/>
                <a:gd name="csY3" fmla="*/ 4564785 h 4660221"/>
                <a:gd name="csX4" fmla="*/ 797743 w 5581837"/>
                <a:gd name="csY4" fmla="*/ 4404764 h 4660221"/>
                <a:gd name="csX5" fmla="*/ 203341 w 5581837"/>
                <a:gd name="csY5" fmla="*/ 761481 h 4660221"/>
                <a:gd name="csX0" fmla="*/ 177726 w 5556222"/>
                <a:gd name="csY0" fmla="*/ 761481 h 4690431"/>
                <a:gd name="csX1" fmla="*/ 3813124 w 5556222"/>
                <a:gd name="csY1" fmla="*/ 120477 h 4690431"/>
                <a:gd name="csX2" fmla="*/ 5556222 w 5556222"/>
                <a:gd name="csY2" fmla="*/ 2444231 h 4690431"/>
                <a:gd name="csX3" fmla="*/ 4314774 w 5556222"/>
                <a:gd name="csY3" fmla="*/ 4564785 h 4690431"/>
                <a:gd name="csX4" fmla="*/ 772128 w 5556222"/>
                <a:gd name="csY4" fmla="*/ 4404764 h 4690431"/>
                <a:gd name="csX5" fmla="*/ 177726 w 5556222"/>
                <a:gd name="csY5" fmla="*/ 761481 h 4690431"/>
                <a:gd name="csX0" fmla="*/ 117077 w 5495573"/>
                <a:gd name="csY0" fmla="*/ 778351 h 4707301"/>
                <a:gd name="csX1" fmla="*/ 3752475 w 5495573"/>
                <a:gd name="csY1" fmla="*/ 137347 h 4707301"/>
                <a:gd name="csX2" fmla="*/ 5495573 w 5495573"/>
                <a:gd name="csY2" fmla="*/ 2461101 h 4707301"/>
                <a:gd name="csX3" fmla="*/ 4254125 w 5495573"/>
                <a:gd name="csY3" fmla="*/ 4581655 h 4707301"/>
                <a:gd name="csX4" fmla="*/ 711479 w 5495573"/>
                <a:gd name="csY4" fmla="*/ 4421634 h 4707301"/>
                <a:gd name="csX5" fmla="*/ 117077 w 5495573"/>
                <a:gd name="csY5" fmla="*/ 778351 h 4707301"/>
                <a:gd name="csX0" fmla="*/ 155266 w 5565512"/>
                <a:gd name="csY0" fmla="*/ 761019 h 4838880"/>
                <a:gd name="csX1" fmla="*/ 3822414 w 5565512"/>
                <a:gd name="csY1" fmla="*/ 145415 h 4838880"/>
                <a:gd name="csX2" fmla="*/ 5565512 w 5565512"/>
                <a:gd name="csY2" fmla="*/ 2469169 h 4838880"/>
                <a:gd name="csX3" fmla="*/ 4324064 w 5565512"/>
                <a:gd name="csY3" fmla="*/ 4589723 h 4838880"/>
                <a:gd name="csX4" fmla="*/ 781418 w 5565512"/>
                <a:gd name="csY4" fmla="*/ 4429702 h 4838880"/>
                <a:gd name="csX5" fmla="*/ 155266 w 5565512"/>
                <a:gd name="csY5" fmla="*/ 761019 h 4838880"/>
                <a:gd name="csX0" fmla="*/ 199682 w 5609928"/>
                <a:gd name="csY0" fmla="*/ 761019 h 4735876"/>
                <a:gd name="csX1" fmla="*/ 3866830 w 5609928"/>
                <a:gd name="csY1" fmla="*/ 145415 h 4735876"/>
                <a:gd name="csX2" fmla="*/ 5609928 w 5609928"/>
                <a:gd name="csY2" fmla="*/ 2469169 h 4735876"/>
                <a:gd name="csX3" fmla="*/ 4368480 w 5609928"/>
                <a:gd name="csY3" fmla="*/ 4589723 h 4735876"/>
                <a:gd name="csX4" fmla="*/ 825834 w 5609928"/>
                <a:gd name="csY4" fmla="*/ 4429702 h 4735876"/>
                <a:gd name="csX5" fmla="*/ 199682 w 5609928"/>
                <a:gd name="csY5" fmla="*/ 761019 h 4735876"/>
                <a:gd name="csX0" fmla="*/ 115349 w 5525595"/>
                <a:gd name="csY0" fmla="*/ 688313 h 4663170"/>
                <a:gd name="csX1" fmla="*/ 3782497 w 5525595"/>
                <a:gd name="csY1" fmla="*/ 72709 h 4663170"/>
                <a:gd name="csX2" fmla="*/ 5525595 w 5525595"/>
                <a:gd name="csY2" fmla="*/ 2396463 h 4663170"/>
                <a:gd name="csX3" fmla="*/ 4284147 w 5525595"/>
                <a:gd name="csY3" fmla="*/ 4517017 h 4663170"/>
                <a:gd name="csX4" fmla="*/ 741501 w 5525595"/>
                <a:gd name="csY4" fmla="*/ 4356996 h 4663170"/>
                <a:gd name="csX5" fmla="*/ 115349 w 5525595"/>
                <a:gd name="csY5" fmla="*/ 688313 h 4663170"/>
                <a:gd name="csX0" fmla="*/ 143430 w 5553676"/>
                <a:gd name="csY0" fmla="*/ 697142 h 4671999"/>
                <a:gd name="csX1" fmla="*/ 3810578 w 5553676"/>
                <a:gd name="csY1" fmla="*/ 81538 h 4671999"/>
                <a:gd name="csX2" fmla="*/ 5553676 w 5553676"/>
                <a:gd name="csY2" fmla="*/ 2405292 h 4671999"/>
                <a:gd name="csX3" fmla="*/ 4312228 w 5553676"/>
                <a:gd name="csY3" fmla="*/ 4525846 h 4671999"/>
                <a:gd name="csX4" fmla="*/ 769582 w 5553676"/>
                <a:gd name="csY4" fmla="*/ 4365825 h 4671999"/>
                <a:gd name="csX5" fmla="*/ 143430 w 5553676"/>
                <a:gd name="csY5" fmla="*/ 697142 h 4671999"/>
                <a:gd name="csX0" fmla="*/ 77799 w 5488045"/>
                <a:gd name="csY0" fmla="*/ 697142 h 4644665"/>
                <a:gd name="csX1" fmla="*/ 3744947 w 5488045"/>
                <a:gd name="csY1" fmla="*/ 81538 h 4644665"/>
                <a:gd name="csX2" fmla="*/ 5488045 w 5488045"/>
                <a:gd name="csY2" fmla="*/ 2405292 h 4644665"/>
                <a:gd name="csX3" fmla="*/ 4246597 w 5488045"/>
                <a:gd name="csY3" fmla="*/ 4525846 h 4644665"/>
                <a:gd name="csX4" fmla="*/ 703951 w 5488045"/>
                <a:gd name="csY4" fmla="*/ 4365825 h 4644665"/>
                <a:gd name="csX5" fmla="*/ 77799 w 5488045"/>
                <a:gd name="csY5" fmla="*/ 697142 h 4644665"/>
                <a:gd name="csX0" fmla="*/ 77799 w 5488045"/>
                <a:gd name="csY0" fmla="*/ 697142 h 4608084"/>
                <a:gd name="csX1" fmla="*/ 3744947 w 5488045"/>
                <a:gd name="csY1" fmla="*/ 81538 h 4608084"/>
                <a:gd name="csX2" fmla="*/ 5488045 w 5488045"/>
                <a:gd name="csY2" fmla="*/ 2405292 h 4608084"/>
                <a:gd name="csX3" fmla="*/ 4246597 w 5488045"/>
                <a:gd name="csY3" fmla="*/ 4525846 h 4608084"/>
                <a:gd name="csX4" fmla="*/ 703951 w 5488045"/>
                <a:gd name="csY4" fmla="*/ 4365825 h 4608084"/>
                <a:gd name="csX5" fmla="*/ 77799 w 5488045"/>
                <a:gd name="csY5" fmla="*/ 697142 h 4608084"/>
                <a:gd name="csX0" fmla="*/ 105440 w 5515686"/>
                <a:gd name="csY0" fmla="*/ 697142 h 4719147"/>
                <a:gd name="csX1" fmla="*/ 3772588 w 5515686"/>
                <a:gd name="csY1" fmla="*/ 81538 h 4719147"/>
                <a:gd name="csX2" fmla="*/ 5515686 w 5515686"/>
                <a:gd name="csY2" fmla="*/ 2405292 h 4719147"/>
                <a:gd name="csX3" fmla="*/ 4471088 w 5515686"/>
                <a:gd name="csY3" fmla="*/ 4468696 h 4719147"/>
                <a:gd name="csX4" fmla="*/ 731592 w 5515686"/>
                <a:gd name="csY4" fmla="*/ 4365825 h 4719147"/>
                <a:gd name="csX5" fmla="*/ 105440 w 5515686"/>
                <a:gd name="csY5" fmla="*/ 697142 h 4719147"/>
                <a:gd name="csX0" fmla="*/ 105440 w 5515686"/>
                <a:gd name="csY0" fmla="*/ 697142 h 4698201"/>
                <a:gd name="csX1" fmla="*/ 3772588 w 5515686"/>
                <a:gd name="csY1" fmla="*/ 81538 h 4698201"/>
                <a:gd name="csX2" fmla="*/ 5515686 w 5515686"/>
                <a:gd name="csY2" fmla="*/ 2405292 h 4698201"/>
                <a:gd name="csX3" fmla="*/ 4471088 w 5515686"/>
                <a:gd name="csY3" fmla="*/ 4468696 h 4698201"/>
                <a:gd name="csX4" fmla="*/ 731592 w 5515686"/>
                <a:gd name="csY4" fmla="*/ 4365825 h 4698201"/>
                <a:gd name="csX5" fmla="*/ 105440 w 5515686"/>
                <a:gd name="csY5" fmla="*/ 697142 h 4698201"/>
                <a:gd name="csX0" fmla="*/ 105440 w 5515686"/>
                <a:gd name="csY0" fmla="*/ 697142 h 4690953"/>
                <a:gd name="csX1" fmla="*/ 3772588 w 5515686"/>
                <a:gd name="csY1" fmla="*/ 81538 h 4690953"/>
                <a:gd name="csX2" fmla="*/ 5515686 w 5515686"/>
                <a:gd name="csY2" fmla="*/ 2405292 h 4690953"/>
                <a:gd name="csX3" fmla="*/ 4471088 w 5515686"/>
                <a:gd name="csY3" fmla="*/ 4468696 h 4690953"/>
                <a:gd name="csX4" fmla="*/ 731592 w 5515686"/>
                <a:gd name="csY4" fmla="*/ 4365825 h 4690953"/>
                <a:gd name="csX5" fmla="*/ 105440 w 5515686"/>
                <a:gd name="csY5" fmla="*/ 697142 h 4690953"/>
                <a:gd name="csX0" fmla="*/ 66481 w 5476727"/>
                <a:gd name="csY0" fmla="*/ 697142 h 4561995"/>
                <a:gd name="csX1" fmla="*/ 3733629 w 5476727"/>
                <a:gd name="csY1" fmla="*/ 81538 h 4561995"/>
                <a:gd name="csX2" fmla="*/ 5476727 w 5476727"/>
                <a:gd name="csY2" fmla="*/ 2405292 h 4561995"/>
                <a:gd name="csX3" fmla="*/ 4432129 w 5476727"/>
                <a:gd name="csY3" fmla="*/ 4468696 h 4561995"/>
                <a:gd name="csX4" fmla="*/ 692633 w 5476727"/>
                <a:gd name="csY4" fmla="*/ 4365825 h 4561995"/>
                <a:gd name="csX5" fmla="*/ 66481 w 5476727"/>
                <a:gd name="csY5" fmla="*/ 697142 h 4561995"/>
                <a:gd name="csX0" fmla="*/ 66481 w 5476727"/>
                <a:gd name="csY0" fmla="*/ 697142 h 4589846"/>
                <a:gd name="csX1" fmla="*/ 3733629 w 5476727"/>
                <a:gd name="csY1" fmla="*/ 81538 h 4589846"/>
                <a:gd name="csX2" fmla="*/ 5476727 w 5476727"/>
                <a:gd name="csY2" fmla="*/ 2405292 h 4589846"/>
                <a:gd name="csX3" fmla="*/ 4432129 w 5476727"/>
                <a:gd name="csY3" fmla="*/ 4468696 h 4589846"/>
                <a:gd name="csX4" fmla="*/ 692633 w 5476727"/>
                <a:gd name="csY4" fmla="*/ 4365825 h 4589846"/>
                <a:gd name="csX5" fmla="*/ 66481 w 5476727"/>
                <a:gd name="csY5" fmla="*/ 697142 h 4589846"/>
                <a:gd name="csX0" fmla="*/ 66481 w 5476762"/>
                <a:gd name="csY0" fmla="*/ 697142 h 4589846"/>
                <a:gd name="csX1" fmla="*/ 3733629 w 5476762"/>
                <a:gd name="csY1" fmla="*/ 81538 h 4589846"/>
                <a:gd name="csX2" fmla="*/ 5476727 w 5476762"/>
                <a:gd name="csY2" fmla="*/ 2405292 h 4589846"/>
                <a:gd name="csX3" fmla="*/ 4432129 w 5476762"/>
                <a:gd name="csY3" fmla="*/ 4468696 h 4589846"/>
                <a:gd name="csX4" fmla="*/ 692633 w 5476762"/>
                <a:gd name="csY4" fmla="*/ 4365825 h 4589846"/>
                <a:gd name="csX5" fmla="*/ 66481 w 5476762"/>
                <a:gd name="csY5" fmla="*/ 697142 h 4589846"/>
                <a:gd name="csX0" fmla="*/ 96511 w 5510015"/>
                <a:gd name="csY0" fmla="*/ 697142 h 4544961"/>
                <a:gd name="csX1" fmla="*/ 3763659 w 5510015"/>
                <a:gd name="csY1" fmla="*/ 81538 h 4544961"/>
                <a:gd name="csX2" fmla="*/ 5506757 w 5510015"/>
                <a:gd name="csY2" fmla="*/ 2405292 h 4544961"/>
                <a:gd name="csX3" fmla="*/ 4150733 w 5510015"/>
                <a:gd name="csY3" fmla="*/ 3931983 h 4544961"/>
                <a:gd name="csX4" fmla="*/ 722663 w 5510015"/>
                <a:gd name="csY4" fmla="*/ 4365825 h 4544961"/>
                <a:gd name="csX5" fmla="*/ 96511 w 5510015"/>
                <a:gd name="csY5" fmla="*/ 697142 h 4544961"/>
                <a:gd name="csX0" fmla="*/ 96511 w 5509750"/>
                <a:gd name="csY0" fmla="*/ 697142 h 4564767"/>
                <a:gd name="csX1" fmla="*/ 3763659 w 5509750"/>
                <a:gd name="csY1" fmla="*/ 81538 h 4564767"/>
                <a:gd name="csX2" fmla="*/ 5506757 w 5509750"/>
                <a:gd name="csY2" fmla="*/ 2405292 h 4564767"/>
                <a:gd name="csX3" fmla="*/ 4150733 w 5509750"/>
                <a:gd name="csY3" fmla="*/ 3931983 h 4564767"/>
                <a:gd name="csX4" fmla="*/ 722663 w 5509750"/>
                <a:gd name="csY4" fmla="*/ 4365825 h 4564767"/>
                <a:gd name="csX5" fmla="*/ 96511 w 5509750"/>
                <a:gd name="csY5" fmla="*/ 697142 h 4564767"/>
                <a:gd name="csX0" fmla="*/ 115793 w 5530170"/>
                <a:gd name="csY0" fmla="*/ 740515 h 4544788"/>
                <a:gd name="csX1" fmla="*/ 3782941 w 5530170"/>
                <a:gd name="csY1" fmla="*/ 124911 h 4544788"/>
                <a:gd name="csX2" fmla="*/ 5526039 w 5530170"/>
                <a:gd name="csY2" fmla="*/ 2448665 h 4544788"/>
                <a:gd name="csX3" fmla="*/ 4170015 w 5530170"/>
                <a:gd name="csY3" fmla="*/ 3975356 h 4544788"/>
                <a:gd name="csX4" fmla="*/ 1212397 w 5530170"/>
                <a:gd name="csY4" fmla="*/ 4323059 h 4544788"/>
                <a:gd name="csX5" fmla="*/ 115793 w 5530170"/>
                <a:gd name="csY5" fmla="*/ 740515 h 4544788"/>
                <a:gd name="csX0" fmla="*/ 120498 w 5534875"/>
                <a:gd name="csY0" fmla="*/ 740515 h 4483698"/>
                <a:gd name="csX1" fmla="*/ 3787646 w 5534875"/>
                <a:gd name="csY1" fmla="*/ 124911 h 4483698"/>
                <a:gd name="csX2" fmla="*/ 5530744 w 5534875"/>
                <a:gd name="csY2" fmla="*/ 2448665 h 4483698"/>
                <a:gd name="csX3" fmla="*/ 4174720 w 5534875"/>
                <a:gd name="csY3" fmla="*/ 3975356 h 4483698"/>
                <a:gd name="csX4" fmla="*/ 1217102 w 5534875"/>
                <a:gd name="csY4" fmla="*/ 4323059 h 4483698"/>
                <a:gd name="csX5" fmla="*/ 120498 w 5534875"/>
                <a:gd name="csY5" fmla="*/ 740515 h 4483698"/>
                <a:gd name="csX0" fmla="*/ 99796 w 5514173"/>
                <a:gd name="csY0" fmla="*/ 740515 h 4426032"/>
                <a:gd name="csX1" fmla="*/ 3766944 w 5514173"/>
                <a:gd name="csY1" fmla="*/ 124911 h 4426032"/>
                <a:gd name="csX2" fmla="*/ 5510042 w 5514173"/>
                <a:gd name="csY2" fmla="*/ 2448665 h 4426032"/>
                <a:gd name="csX3" fmla="*/ 4154018 w 5514173"/>
                <a:gd name="csY3" fmla="*/ 3975356 h 4426032"/>
                <a:gd name="csX4" fmla="*/ 1196400 w 5514173"/>
                <a:gd name="csY4" fmla="*/ 4323059 h 4426032"/>
                <a:gd name="csX5" fmla="*/ 99796 w 5514173"/>
                <a:gd name="csY5" fmla="*/ 740515 h 4426032"/>
                <a:gd name="csX0" fmla="*/ 79287 w 5493512"/>
                <a:gd name="csY0" fmla="*/ 738535 h 4368937"/>
                <a:gd name="csX1" fmla="*/ 3746435 w 5493512"/>
                <a:gd name="csY1" fmla="*/ 122931 h 4368937"/>
                <a:gd name="csX2" fmla="*/ 5489533 w 5493512"/>
                <a:gd name="csY2" fmla="*/ 2446685 h 4368937"/>
                <a:gd name="csX3" fmla="*/ 4133509 w 5493512"/>
                <a:gd name="csY3" fmla="*/ 3973376 h 4368937"/>
                <a:gd name="csX4" fmla="*/ 1354796 w 5493512"/>
                <a:gd name="csY4" fmla="*/ 4254818 h 4368937"/>
                <a:gd name="csX5" fmla="*/ 79287 w 5493512"/>
                <a:gd name="csY5" fmla="*/ 738535 h 4368937"/>
                <a:gd name="csX0" fmla="*/ 86378 w 5500658"/>
                <a:gd name="csY0" fmla="*/ 740315 h 4420231"/>
                <a:gd name="csX1" fmla="*/ 3753526 w 5500658"/>
                <a:gd name="csY1" fmla="*/ 124711 h 4420231"/>
                <a:gd name="csX2" fmla="*/ 5496624 w 5500658"/>
                <a:gd name="csY2" fmla="*/ 2448465 h 4420231"/>
                <a:gd name="csX3" fmla="*/ 4140600 w 5500658"/>
                <a:gd name="csY3" fmla="*/ 3975156 h 4420231"/>
                <a:gd name="csX4" fmla="*/ 1295627 w 5500658"/>
                <a:gd name="csY4" fmla="*/ 4316233 h 4420231"/>
                <a:gd name="csX5" fmla="*/ 86378 w 5500658"/>
                <a:gd name="csY5" fmla="*/ 740315 h 4420231"/>
                <a:gd name="csX0" fmla="*/ 158920 w 4976852"/>
                <a:gd name="csY0" fmla="*/ 824918 h 4502854"/>
                <a:gd name="csX1" fmla="*/ 3229720 w 4976852"/>
                <a:gd name="csY1" fmla="*/ 96670 h 4502854"/>
                <a:gd name="csX2" fmla="*/ 4972818 w 4976852"/>
                <a:gd name="csY2" fmla="*/ 2420424 h 4502854"/>
                <a:gd name="csX3" fmla="*/ 3616794 w 4976852"/>
                <a:gd name="csY3" fmla="*/ 3947115 h 4502854"/>
                <a:gd name="csX4" fmla="*/ 771821 w 4976852"/>
                <a:gd name="csY4" fmla="*/ 4288192 h 4502854"/>
                <a:gd name="csX5" fmla="*/ 158920 w 4976852"/>
                <a:gd name="csY5" fmla="*/ 824918 h 4502854"/>
                <a:gd name="csX0" fmla="*/ 181863 w 4999795"/>
                <a:gd name="csY0" fmla="*/ 840991 h 4518927"/>
                <a:gd name="csX1" fmla="*/ 3252663 w 4999795"/>
                <a:gd name="csY1" fmla="*/ 112743 h 4518927"/>
                <a:gd name="csX2" fmla="*/ 4995761 w 4999795"/>
                <a:gd name="csY2" fmla="*/ 2436497 h 4518927"/>
                <a:gd name="csX3" fmla="*/ 3639737 w 4999795"/>
                <a:gd name="csY3" fmla="*/ 3963188 h 4518927"/>
                <a:gd name="csX4" fmla="*/ 794764 w 4999795"/>
                <a:gd name="csY4" fmla="*/ 4304265 h 4518927"/>
                <a:gd name="csX5" fmla="*/ 181863 w 4999795"/>
                <a:gd name="csY5" fmla="*/ 840991 h 4518927"/>
                <a:gd name="csX0" fmla="*/ 154631 w 4973780"/>
                <a:gd name="csY0" fmla="*/ 591986 h 4269922"/>
                <a:gd name="csX1" fmla="*/ 3165796 w 4973780"/>
                <a:gd name="csY1" fmla="*/ 148660 h 4269922"/>
                <a:gd name="csX2" fmla="*/ 4968529 w 4973780"/>
                <a:gd name="csY2" fmla="*/ 2187492 h 4269922"/>
                <a:gd name="csX3" fmla="*/ 3612505 w 4973780"/>
                <a:gd name="csY3" fmla="*/ 3714183 h 4269922"/>
                <a:gd name="csX4" fmla="*/ 767532 w 4973780"/>
                <a:gd name="csY4" fmla="*/ 4055260 h 4269922"/>
                <a:gd name="csX5" fmla="*/ 154631 w 4973780"/>
                <a:gd name="csY5" fmla="*/ 591986 h 4269922"/>
                <a:gd name="csX0" fmla="*/ 154631 w 4973780"/>
                <a:gd name="csY0" fmla="*/ 606658 h 4284594"/>
                <a:gd name="csX1" fmla="*/ 3165796 w 4973780"/>
                <a:gd name="csY1" fmla="*/ 163332 h 4284594"/>
                <a:gd name="csX2" fmla="*/ 4968529 w 4973780"/>
                <a:gd name="csY2" fmla="*/ 2202164 h 4284594"/>
                <a:gd name="csX3" fmla="*/ 3612505 w 4973780"/>
                <a:gd name="csY3" fmla="*/ 3728855 h 4284594"/>
                <a:gd name="csX4" fmla="*/ 767532 w 4973780"/>
                <a:gd name="csY4" fmla="*/ 4069932 h 4284594"/>
                <a:gd name="csX5" fmla="*/ 154631 w 4973780"/>
                <a:gd name="csY5" fmla="*/ 606658 h 4284594"/>
                <a:gd name="csX0" fmla="*/ 154631 w 4495262"/>
                <a:gd name="csY0" fmla="*/ 591497 h 4269638"/>
                <a:gd name="csX1" fmla="*/ 3165796 w 4495262"/>
                <a:gd name="csY1" fmla="*/ 148171 h 4269638"/>
                <a:gd name="csX2" fmla="*/ 4484824 w 4495262"/>
                <a:gd name="csY2" fmla="*/ 2180377 h 4269638"/>
                <a:gd name="csX3" fmla="*/ 3612505 w 4495262"/>
                <a:gd name="csY3" fmla="*/ 3713694 h 4269638"/>
                <a:gd name="csX4" fmla="*/ 767532 w 4495262"/>
                <a:gd name="csY4" fmla="*/ 4054771 h 4269638"/>
                <a:gd name="csX5" fmla="*/ 154631 w 4495262"/>
                <a:gd name="csY5" fmla="*/ 591497 h 4269638"/>
                <a:gd name="csX0" fmla="*/ 143346 w 4563490"/>
                <a:gd name="csY0" fmla="*/ 2133123 h 3998514"/>
                <a:gd name="csX1" fmla="*/ 3234024 w 4563490"/>
                <a:gd name="csY1" fmla="*/ 145 h 3998514"/>
                <a:gd name="csX2" fmla="*/ 4553052 w 4563490"/>
                <a:gd name="csY2" fmla="*/ 2032351 h 3998514"/>
                <a:gd name="csX3" fmla="*/ 3680733 w 4563490"/>
                <a:gd name="csY3" fmla="*/ 3565668 h 3998514"/>
                <a:gd name="csX4" fmla="*/ 835760 w 4563490"/>
                <a:gd name="csY4" fmla="*/ 3906745 h 3998514"/>
                <a:gd name="csX5" fmla="*/ 143346 w 4563490"/>
                <a:gd name="csY5" fmla="*/ 2133123 h 3998514"/>
                <a:gd name="csX0" fmla="*/ 1516 w 4421660"/>
                <a:gd name="csY0" fmla="*/ 2133123 h 3998514"/>
                <a:gd name="csX1" fmla="*/ 3092194 w 4421660"/>
                <a:gd name="csY1" fmla="*/ 145 h 3998514"/>
                <a:gd name="csX2" fmla="*/ 4411222 w 4421660"/>
                <a:gd name="csY2" fmla="*/ 2032351 h 3998514"/>
                <a:gd name="csX3" fmla="*/ 3538903 w 4421660"/>
                <a:gd name="csY3" fmla="*/ 3565668 h 3998514"/>
                <a:gd name="csX4" fmla="*/ 693930 w 4421660"/>
                <a:gd name="csY4" fmla="*/ 3906745 h 3998514"/>
                <a:gd name="csX5" fmla="*/ 1516 w 4421660"/>
                <a:gd name="csY5" fmla="*/ 2133123 h 3998514"/>
                <a:gd name="csX0" fmla="*/ 1561 w 4335566"/>
                <a:gd name="csY0" fmla="*/ 2540523 h 3972906"/>
                <a:gd name="csX1" fmla="*/ 3006100 w 4335566"/>
                <a:gd name="csY1" fmla="*/ 3354 h 3972906"/>
                <a:gd name="csX2" fmla="*/ 4325128 w 4335566"/>
                <a:gd name="csY2" fmla="*/ 2035560 h 3972906"/>
                <a:gd name="csX3" fmla="*/ 3452809 w 4335566"/>
                <a:gd name="csY3" fmla="*/ 3568877 h 3972906"/>
                <a:gd name="csX4" fmla="*/ 607836 w 4335566"/>
                <a:gd name="csY4" fmla="*/ 3909954 h 3972906"/>
                <a:gd name="csX5" fmla="*/ 1561 w 4335566"/>
                <a:gd name="csY5" fmla="*/ 2540523 h 3972906"/>
                <a:gd name="csX0" fmla="*/ 1472 w 4507756"/>
                <a:gd name="csY0" fmla="*/ 2547233 h 3972522"/>
                <a:gd name="csX1" fmla="*/ 3178290 w 4507756"/>
                <a:gd name="csY1" fmla="*/ 3438 h 3972522"/>
                <a:gd name="csX2" fmla="*/ 4497318 w 4507756"/>
                <a:gd name="csY2" fmla="*/ 2035644 h 3972522"/>
                <a:gd name="csX3" fmla="*/ 3624999 w 4507756"/>
                <a:gd name="csY3" fmla="*/ 3568961 h 3972522"/>
                <a:gd name="csX4" fmla="*/ 780026 w 4507756"/>
                <a:gd name="csY4" fmla="*/ 3910038 h 3972522"/>
                <a:gd name="csX5" fmla="*/ 1472 w 4507756"/>
                <a:gd name="csY5" fmla="*/ 2547233 h 3972522"/>
                <a:gd name="csX0" fmla="*/ 19813 w 4526097"/>
                <a:gd name="csY0" fmla="*/ 2569818 h 3995107"/>
                <a:gd name="csX1" fmla="*/ 503504 w 4526097"/>
                <a:gd name="csY1" fmla="*/ 1014937 h 3995107"/>
                <a:gd name="csX2" fmla="*/ 3196631 w 4526097"/>
                <a:gd name="csY2" fmla="*/ 26023 h 3995107"/>
                <a:gd name="csX3" fmla="*/ 4515659 w 4526097"/>
                <a:gd name="csY3" fmla="*/ 2058229 h 3995107"/>
                <a:gd name="csX4" fmla="*/ 3643340 w 4526097"/>
                <a:gd name="csY4" fmla="*/ 3591546 h 3995107"/>
                <a:gd name="csX5" fmla="*/ 798367 w 4526097"/>
                <a:gd name="csY5" fmla="*/ 3932623 h 3995107"/>
                <a:gd name="csX6" fmla="*/ 19813 w 4526097"/>
                <a:gd name="csY6" fmla="*/ 2569818 h 3995107"/>
                <a:gd name="csX0" fmla="*/ 42813 w 4549097"/>
                <a:gd name="csY0" fmla="*/ 2575396 h 4000685"/>
                <a:gd name="csX1" fmla="*/ 440365 w 4549097"/>
                <a:gd name="csY1" fmla="*/ 947628 h 4000685"/>
                <a:gd name="csX2" fmla="*/ 3219631 w 4549097"/>
                <a:gd name="csY2" fmla="*/ 31601 h 4000685"/>
                <a:gd name="csX3" fmla="*/ 4538659 w 4549097"/>
                <a:gd name="csY3" fmla="*/ 2063807 h 4000685"/>
                <a:gd name="csX4" fmla="*/ 3666340 w 4549097"/>
                <a:gd name="csY4" fmla="*/ 3597124 h 4000685"/>
                <a:gd name="csX5" fmla="*/ 821367 w 4549097"/>
                <a:gd name="csY5" fmla="*/ 3938201 h 4000685"/>
                <a:gd name="csX6" fmla="*/ 42813 w 4549097"/>
                <a:gd name="csY6" fmla="*/ 2575396 h 4000685"/>
                <a:gd name="csX0" fmla="*/ 42813 w 4549097"/>
                <a:gd name="csY0" fmla="*/ 2701683 h 4126972"/>
                <a:gd name="csX1" fmla="*/ 440365 w 4549097"/>
                <a:gd name="csY1" fmla="*/ 1073915 h 4126972"/>
                <a:gd name="csX2" fmla="*/ 1639687 w 4549097"/>
                <a:gd name="csY2" fmla="*/ 239029 h 4126972"/>
                <a:gd name="csX3" fmla="*/ 3219631 w 4549097"/>
                <a:gd name="csY3" fmla="*/ 157888 h 4126972"/>
                <a:gd name="csX4" fmla="*/ 4538659 w 4549097"/>
                <a:gd name="csY4" fmla="*/ 2190094 h 4126972"/>
                <a:gd name="csX5" fmla="*/ 3666340 w 4549097"/>
                <a:gd name="csY5" fmla="*/ 3723411 h 4126972"/>
                <a:gd name="csX6" fmla="*/ 821367 w 4549097"/>
                <a:gd name="csY6" fmla="*/ 4064488 h 4126972"/>
                <a:gd name="csX7" fmla="*/ 42813 w 4549097"/>
                <a:gd name="csY7" fmla="*/ 2701683 h 4126972"/>
                <a:gd name="csX0" fmla="*/ 42813 w 4549097"/>
                <a:gd name="csY0" fmla="*/ 2736480 h 4161769"/>
                <a:gd name="csX1" fmla="*/ 440365 w 4549097"/>
                <a:gd name="csY1" fmla="*/ 1108712 h 4161769"/>
                <a:gd name="csX2" fmla="*/ 1586679 w 4549097"/>
                <a:gd name="csY2" fmla="*/ 187687 h 4161769"/>
                <a:gd name="csX3" fmla="*/ 3219631 w 4549097"/>
                <a:gd name="csY3" fmla="*/ 192685 h 4161769"/>
                <a:gd name="csX4" fmla="*/ 4538659 w 4549097"/>
                <a:gd name="csY4" fmla="*/ 2224891 h 4161769"/>
                <a:gd name="csX5" fmla="*/ 3666340 w 4549097"/>
                <a:gd name="csY5" fmla="*/ 3758208 h 4161769"/>
                <a:gd name="csX6" fmla="*/ 821367 w 4549097"/>
                <a:gd name="csY6" fmla="*/ 4099285 h 4161769"/>
                <a:gd name="csX7" fmla="*/ 42813 w 4549097"/>
                <a:gd name="csY7" fmla="*/ 2736480 h 4161769"/>
                <a:gd name="csX0" fmla="*/ 42813 w 4549097"/>
                <a:gd name="csY0" fmla="*/ 2814380 h 4239669"/>
                <a:gd name="csX1" fmla="*/ 440365 w 4549097"/>
                <a:gd name="csY1" fmla="*/ 1186612 h 4239669"/>
                <a:gd name="csX2" fmla="*/ 1527044 w 4549097"/>
                <a:gd name="csY2" fmla="*/ 119813 h 4239669"/>
                <a:gd name="csX3" fmla="*/ 3219631 w 4549097"/>
                <a:gd name="csY3" fmla="*/ 270585 h 4239669"/>
                <a:gd name="csX4" fmla="*/ 4538659 w 4549097"/>
                <a:gd name="csY4" fmla="*/ 2302791 h 4239669"/>
                <a:gd name="csX5" fmla="*/ 3666340 w 4549097"/>
                <a:gd name="csY5" fmla="*/ 3836108 h 4239669"/>
                <a:gd name="csX6" fmla="*/ 821367 w 4549097"/>
                <a:gd name="csY6" fmla="*/ 4177185 h 4239669"/>
                <a:gd name="csX7" fmla="*/ 42813 w 4549097"/>
                <a:gd name="csY7" fmla="*/ 2814380 h 4239669"/>
                <a:gd name="csX0" fmla="*/ 62526 w 4568810"/>
                <a:gd name="csY0" fmla="*/ 2814380 h 4239669"/>
                <a:gd name="csX1" fmla="*/ 407069 w 4568810"/>
                <a:gd name="csY1" fmla="*/ 1140229 h 4239669"/>
                <a:gd name="csX2" fmla="*/ 1546757 w 4568810"/>
                <a:gd name="csY2" fmla="*/ 119813 h 4239669"/>
                <a:gd name="csX3" fmla="*/ 3239344 w 4568810"/>
                <a:gd name="csY3" fmla="*/ 270585 h 4239669"/>
                <a:gd name="csX4" fmla="*/ 4558372 w 4568810"/>
                <a:gd name="csY4" fmla="*/ 2302791 h 4239669"/>
                <a:gd name="csX5" fmla="*/ 3686053 w 4568810"/>
                <a:gd name="csY5" fmla="*/ 3836108 h 4239669"/>
                <a:gd name="csX6" fmla="*/ 841080 w 4568810"/>
                <a:gd name="csY6" fmla="*/ 4177185 h 4239669"/>
                <a:gd name="csX7" fmla="*/ 62526 w 4568810"/>
                <a:gd name="csY7" fmla="*/ 2814380 h 4239669"/>
                <a:gd name="csX0" fmla="*/ 20621 w 4526905"/>
                <a:gd name="csY0" fmla="*/ 2814380 h 4239669"/>
                <a:gd name="csX1" fmla="*/ 365164 w 4526905"/>
                <a:gd name="csY1" fmla="*/ 1140229 h 4239669"/>
                <a:gd name="csX2" fmla="*/ 1504852 w 4526905"/>
                <a:gd name="csY2" fmla="*/ 119813 h 4239669"/>
                <a:gd name="csX3" fmla="*/ 3197439 w 4526905"/>
                <a:gd name="csY3" fmla="*/ 270585 h 4239669"/>
                <a:gd name="csX4" fmla="*/ 4516467 w 4526905"/>
                <a:gd name="csY4" fmla="*/ 2302791 h 4239669"/>
                <a:gd name="csX5" fmla="*/ 3644148 w 4526905"/>
                <a:gd name="csY5" fmla="*/ 3836108 h 4239669"/>
                <a:gd name="csX6" fmla="*/ 799175 w 4526905"/>
                <a:gd name="csY6" fmla="*/ 4177185 h 4239669"/>
                <a:gd name="csX7" fmla="*/ 20621 w 4526905"/>
                <a:gd name="csY7" fmla="*/ 2814380 h 4239669"/>
                <a:gd name="csX0" fmla="*/ 20621 w 4526905"/>
                <a:gd name="csY0" fmla="*/ 2806372 h 4231661"/>
                <a:gd name="csX1" fmla="*/ 365164 w 4526905"/>
                <a:gd name="csY1" fmla="*/ 1132221 h 4231661"/>
                <a:gd name="csX2" fmla="*/ 1504852 w 4526905"/>
                <a:gd name="csY2" fmla="*/ 111805 h 4231661"/>
                <a:gd name="csX3" fmla="*/ 3197439 w 4526905"/>
                <a:gd name="csY3" fmla="*/ 262577 h 4231661"/>
                <a:gd name="csX4" fmla="*/ 4516467 w 4526905"/>
                <a:gd name="csY4" fmla="*/ 2294783 h 4231661"/>
                <a:gd name="csX5" fmla="*/ 3644148 w 4526905"/>
                <a:gd name="csY5" fmla="*/ 3828100 h 4231661"/>
                <a:gd name="csX6" fmla="*/ 799175 w 4526905"/>
                <a:gd name="csY6" fmla="*/ 4169177 h 4231661"/>
                <a:gd name="csX7" fmla="*/ 20621 w 4526905"/>
                <a:gd name="csY7" fmla="*/ 2806372 h 4231661"/>
                <a:gd name="csX0" fmla="*/ 8924 w 4515208"/>
                <a:gd name="csY0" fmla="*/ 2806372 h 4231661"/>
                <a:gd name="csX1" fmla="*/ 353467 w 4515208"/>
                <a:gd name="csY1" fmla="*/ 1132221 h 4231661"/>
                <a:gd name="csX2" fmla="*/ 1493155 w 4515208"/>
                <a:gd name="csY2" fmla="*/ 111805 h 4231661"/>
                <a:gd name="csX3" fmla="*/ 3185742 w 4515208"/>
                <a:gd name="csY3" fmla="*/ 262577 h 4231661"/>
                <a:gd name="csX4" fmla="*/ 4504770 w 4515208"/>
                <a:gd name="csY4" fmla="*/ 2294783 h 4231661"/>
                <a:gd name="csX5" fmla="*/ 3632451 w 4515208"/>
                <a:gd name="csY5" fmla="*/ 3828100 h 4231661"/>
                <a:gd name="csX6" fmla="*/ 787478 w 4515208"/>
                <a:gd name="csY6" fmla="*/ 4169177 h 4231661"/>
                <a:gd name="csX7" fmla="*/ 8924 w 4515208"/>
                <a:gd name="csY7" fmla="*/ 2806372 h 4231661"/>
                <a:gd name="csX0" fmla="*/ 32133 w 4537745"/>
                <a:gd name="csY0" fmla="*/ 2806372 h 4175655"/>
                <a:gd name="csX1" fmla="*/ 376676 w 4537745"/>
                <a:gd name="csY1" fmla="*/ 1132221 h 4175655"/>
                <a:gd name="csX2" fmla="*/ 1516364 w 4537745"/>
                <a:gd name="csY2" fmla="*/ 111805 h 4175655"/>
                <a:gd name="csX3" fmla="*/ 3208951 w 4537745"/>
                <a:gd name="csY3" fmla="*/ 262577 h 4175655"/>
                <a:gd name="csX4" fmla="*/ 4527979 w 4537745"/>
                <a:gd name="csY4" fmla="*/ 2294783 h 4175655"/>
                <a:gd name="csX5" fmla="*/ 3655660 w 4537745"/>
                <a:gd name="csY5" fmla="*/ 3828100 h 4175655"/>
                <a:gd name="csX6" fmla="*/ 989591 w 4537745"/>
                <a:gd name="csY6" fmla="*/ 4102916 h 4175655"/>
                <a:gd name="csX7" fmla="*/ 32133 w 4537745"/>
                <a:gd name="csY7" fmla="*/ 2806372 h 4175655"/>
                <a:gd name="csX0" fmla="*/ 32133 w 4537745"/>
                <a:gd name="csY0" fmla="*/ 2806372 h 4190226"/>
                <a:gd name="csX1" fmla="*/ 376676 w 4537745"/>
                <a:gd name="csY1" fmla="*/ 1132221 h 4190226"/>
                <a:gd name="csX2" fmla="*/ 1516364 w 4537745"/>
                <a:gd name="csY2" fmla="*/ 111805 h 4190226"/>
                <a:gd name="csX3" fmla="*/ 3208951 w 4537745"/>
                <a:gd name="csY3" fmla="*/ 262577 h 4190226"/>
                <a:gd name="csX4" fmla="*/ 4527979 w 4537745"/>
                <a:gd name="csY4" fmla="*/ 2294783 h 4190226"/>
                <a:gd name="csX5" fmla="*/ 3655660 w 4537745"/>
                <a:gd name="csY5" fmla="*/ 3828100 h 4190226"/>
                <a:gd name="csX6" fmla="*/ 989591 w 4537745"/>
                <a:gd name="csY6" fmla="*/ 4102916 h 4190226"/>
                <a:gd name="csX7" fmla="*/ 32133 w 4537745"/>
                <a:gd name="csY7" fmla="*/ 2806372 h 4190226"/>
                <a:gd name="csX0" fmla="*/ 32133 w 4534242"/>
                <a:gd name="csY0" fmla="*/ 2806372 h 4393042"/>
                <a:gd name="csX1" fmla="*/ 376676 w 4534242"/>
                <a:gd name="csY1" fmla="*/ 1132221 h 4393042"/>
                <a:gd name="csX2" fmla="*/ 1516364 w 4534242"/>
                <a:gd name="csY2" fmla="*/ 111805 h 4393042"/>
                <a:gd name="csX3" fmla="*/ 3208951 w 4534242"/>
                <a:gd name="csY3" fmla="*/ 262577 h 4393042"/>
                <a:gd name="csX4" fmla="*/ 4527979 w 4534242"/>
                <a:gd name="csY4" fmla="*/ 2294783 h 4393042"/>
                <a:gd name="csX5" fmla="*/ 3655660 w 4534242"/>
                <a:gd name="csY5" fmla="*/ 3828100 h 4393042"/>
                <a:gd name="csX6" fmla="*/ 2490399 w 4534242"/>
                <a:gd name="csY6" fmla="*/ 4379005 h 4393042"/>
                <a:gd name="csX7" fmla="*/ 989591 w 4534242"/>
                <a:gd name="csY7" fmla="*/ 4102916 h 4393042"/>
                <a:gd name="csX8" fmla="*/ 32133 w 4534242"/>
                <a:gd name="csY8" fmla="*/ 2806372 h 4393042"/>
                <a:gd name="csX0" fmla="*/ 32133 w 4534232"/>
                <a:gd name="csY0" fmla="*/ 2806372 h 4461384"/>
                <a:gd name="csX1" fmla="*/ 376676 w 4534232"/>
                <a:gd name="csY1" fmla="*/ 1132221 h 4461384"/>
                <a:gd name="csX2" fmla="*/ 1516364 w 4534232"/>
                <a:gd name="csY2" fmla="*/ 111805 h 4461384"/>
                <a:gd name="csX3" fmla="*/ 3208951 w 4534232"/>
                <a:gd name="csY3" fmla="*/ 262577 h 4461384"/>
                <a:gd name="csX4" fmla="*/ 4527979 w 4534232"/>
                <a:gd name="csY4" fmla="*/ 2294783 h 4461384"/>
                <a:gd name="csX5" fmla="*/ 3655660 w 4534232"/>
                <a:gd name="csY5" fmla="*/ 3828100 h 4461384"/>
                <a:gd name="csX6" fmla="*/ 2497025 w 4534232"/>
                <a:gd name="csY6" fmla="*/ 4451892 h 4461384"/>
                <a:gd name="csX7" fmla="*/ 989591 w 4534232"/>
                <a:gd name="csY7" fmla="*/ 4102916 h 4461384"/>
                <a:gd name="csX8" fmla="*/ 32133 w 4534232"/>
                <a:gd name="csY8" fmla="*/ 2806372 h 4461384"/>
                <a:gd name="csX0" fmla="*/ 32133 w 4534222"/>
                <a:gd name="csY0" fmla="*/ 2806372 h 4493240"/>
                <a:gd name="csX1" fmla="*/ 376676 w 4534222"/>
                <a:gd name="csY1" fmla="*/ 1132221 h 4493240"/>
                <a:gd name="csX2" fmla="*/ 1516364 w 4534222"/>
                <a:gd name="csY2" fmla="*/ 111805 h 4493240"/>
                <a:gd name="csX3" fmla="*/ 3208951 w 4534222"/>
                <a:gd name="csY3" fmla="*/ 262577 h 4493240"/>
                <a:gd name="csX4" fmla="*/ 4527979 w 4534222"/>
                <a:gd name="csY4" fmla="*/ 2294783 h 4493240"/>
                <a:gd name="csX5" fmla="*/ 3655660 w 4534222"/>
                <a:gd name="csY5" fmla="*/ 3828100 h 4493240"/>
                <a:gd name="csX6" fmla="*/ 2503651 w 4534222"/>
                <a:gd name="csY6" fmla="*/ 4485022 h 4493240"/>
                <a:gd name="csX7" fmla="*/ 989591 w 4534222"/>
                <a:gd name="csY7" fmla="*/ 4102916 h 4493240"/>
                <a:gd name="csX8" fmla="*/ 32133 w 4534222"/>
                <a:gd name="csY8" fmla="*/ 2806372 h 4493240"/>
                <a:gd name="csX0" fmla="*/ 32133 w 4534222"/>
                <a:gd name="csY0" fmla="*/ 2806372 h 4493240"/>
                <a:gd name="csX1" fmla="*/ 376676 w 4534222"/>
                <a:gd name="csY1" fmla="*/ 1132221 h 4493240"/>
                <a:gd name="csX2" fmla="*/ 1516364 w 4534222"/>
                <a:gd name="csY2" fmla="*/ 111805 h 4493240"/>
                <a:gd name="csX3" fmla="*/ 3208951 w 4534222"/>
                <a:gd name="csY3" fmla="*/ 262577 h 4493240"/>
                <a:gd name="csX4" fmla="*/ 4527979 w 4534222"/>
                <a:gd name="csY4" fmla="*/ 2294783 h 4493240"/>
                <a:gd name="csX5" fmla="*/ 3655660 w 4534222"/>
                <a:gd name="csY5" fmla="*/ 3702205 h 4493240"/>
                <a:gd name="csX6" fmla="*/ 2503651 w 4534222"/>
                <a:gd name="csY6" fmla="*/ 4485022 h 4493240"/>
                <a:gd name="csX7" fmla="*/ 989591 w 4534222"/>
                <a:gd name="csY7" fmla="*/ 4102916 h 4493240"/>
                <a:gd name="csX8" fmla="*/ 32133 w 4534222"/>
                <a:gd name="csY8" fmla="*/ 2806372 h 4493240"/>
                <a:gd name="csX0" fmla="*/ 32133 w 4265717"/>
                <a:gd name="csY0" fmla="*/ 2809445 h 4496313"/>
                <a:gd name="csX1" fmla="*/ 376676 w 4265717"/>
                <a:gd name="csY1" fmla="*/ 1135294 h 4496313"/>
                <a:gd name="csX2" fmla="*/ 1516364 w 4265717"/>
                <a:gd name="csY2" fmla="*/ 114878 h 4496313"/>
                <a:gd name="csX3" fmla="*/ 3208951 w 4265717"/>
                <a:gd name="csY3" fmla="*/ 265650 h 4496313"/>
                <a:gd name="csX4" fmla="*/ 4256310 w 4265717"/>
                <a:gd name="csY4" fmla="*/ 2350865 h 4496313"/>
                <a:gd name="csX5" fmla="*/ 3655660 w 4265717"/>
                <a:gd name="csY5" fmla="*/ 3705278 h 4496313"/>
                <a:gd name="csX6" fmla="*/ 2503651 w 4265717"/>
                <a:gd name="csY6" fmla="*/ 4488095 h 4496313"/>
                <a:gd name="csX7" fmla="*/ 989591 w 4265717"/>
                <a:gd name="csY7" fmla="*/ 4105989 h 4496313"/>
                <a:gd name="csX8" fmla="*/ 32133 w 4265717"/>
                <a:gd name="csY8" fmla="*/ 2809445 h 4496313"/>
                <a:gd name="csX0" fmla="*/ 32133 w 4448830"/>
                <a:gd name="csY0" fmla="*/ 2809059 h 4495927"/>
                <a:gd name="csX1" fmla="*/ 376676 w 4448830"/>
                <a:gd name="csY1" fmla="*/ 1134908 h 4495927"/>
                <a:gd name="csX2" fmla="*/ 1516364 w 4448830"/>
                <a:gd name="csY2" fmla="*/ 114492 h 4495927"/>
                <a:gd name="csX3" fmla="*/ 3208951 w 4448830"/>
                <a:gd name="csY3" fmla="*/ 265264 h 4495927"/>
                <a:gd name="csX4" fmla="*/ 4441840 w 4448830"/>
                <a:gd name="csY4" fmla="*/ 2343853 h 4495927"/>
                <a:gd name="csX5" fmla="*/ 3655660 w 4448830"/>
                <a:gd name="csY5" fmla="*/ 3704892 h 4495927"/>
                <a:gd name="csX6" fmla="*/ 2503651 w 4448830"/>
                <a:gd name="csY6" fmla="*/ 4487709 h 4495927"/>
                <a:gd name="csX7" fmla="*/ 989591 w 4448830"/>
                <a:gd name="csY7" fmla="*/ 4105603 h 4495927"/>
                <a:gd name="csX8" fmla="*/ 32133 w 4448830"/>
                <a:gd name="csY8" fmla="*/ 2809059 h 4495927"/>
                <a:gd name="csX0" fmla="*/ 32133 w 4452174"/>
                <a:gd name="csY0" fmla="*/ 2809059 h 4495927"/>
                <a:gd name="csX1" fmla="*/ 376676 w 4452174"/>
                <a:gd name="csY1" fmla="*/ 1134908 h 4495927"/>
                <a:gd name="csX2" fmla="*/ 1516364 w 4452174"/>
                <a:gd name="csY2" fmla="*/ 114492 h 4495927"/>
                <a:gd name="csX3" fmla="*/ 3208951 w 4452174"/>
                <a:gd name="csY3" fmla="*/ 265264 h 4495927"/>
                <a:gd name="csX4" fmla="*/ 4441840 w 4452174"/>
                <a:gd name="csY4" fmla="*/ 2343853 h 4495927"/>
                <a:gd name="csX5" fmla="*/ 3728547 w 4452174"/>
                <a:gd name="csY5" fmla="*/ 3757901 h 4495927"/>
                <a:gd name="csX6" fmla="*/ 2503651 w 4452174"/>
                <a:gd name="csY6" fmla="*/ 4487709 h 4495927"/>
                <a:gd name="csX7" fmla="*/ 989591 w 4452174"/>
                <a:gd name="csY7" fmla="*/ 4105603 h 4495927"/>
                <a:gd name="csX8" fmla="*/ 32133 w 4452174"/>
                <a:gd name="csY8" fmla="*/ 2809059 h 4495927"/>
                <a:gd name="csX0" fmla="*/ 32133 w 4457103"/>
                <a:gd name="csY0" fmla="*/ 2809059 h 4495927"/>
                <a:gd name="csX1" fmla="*/ 376676 w 4457103"/>
                <a:gd name="csY1" fmla="*/ 1134908 h 4495927"/>
                <a:gd name="csX2" fmla="*/ 1516364 w 4457103"/>
                <a:gd name="csY2" fmla="*/ 114492 h 4495927"/>
                <a:gd name="csX3" fmla="*/ 3208951 w 4457103"/>
                <a:gd name="csY3" fmla="*/ 265264 h 4495927"/>
                <a:gd name="csX4" fmla="*/ 4441840 w 4457103"/>
                <a:gd name="csY4" fmla="*/ 2343853 h 4495927"/>
                <a:gd name="csX5" fmla="*/ 3808060 w 4457103"/>
                <a:gd name="csY5" fmla="*/ 3810910 h 4495927"/>
                <a:gd name="csX6" fmla="*/ 2503651 w 4457103"/>
                <a:gd name="csY6" fmla="*/ 4487709 h 4495927"/>
                <a:gd name="csX7" fmla="*/ 989591 w 4457103"/>
                <a:gd name="csY7" fmla="*/ 4105603 h 4495927"/>
                <a:gd name="csX8" fmla="*/ 32133 w 4457103"/>
                <a:gd name="csY8" fmla="*/ 2809059 h 4495927"/>
                <a:gd name="csX0" fmla="*/ 32133 w 4450255"/>
                <a:gd name="csY0" fmla="*/ 2744558 h 4431426"/>
                <a:gd name="csX1" fmla="*/ 376676 w 4450255"/>
                <a:gd name="csY1" fmla="*/ 1070407 h 4431426"/>
                <a:gd name="csX2" fmla="*/ 1516364 w 4450255"/>
                <a:gd name="csY2" fmla="*/ 49991 h 4431426"/>
                <a:gd name="csX3" fmla="*/ 3387855 w 4450255"/>
                <a:gd name="csY3" fmla="*/ 379667 h 4431426"/>
                <a:gd name="csX4" fmla="*/ 4441840 w 4450255"/>
                <a:gd name="csY4" fmla="*/ 2279352 h 4431426"/>
                <a:gd name="csX5" fmla="*/ 3808060 w 4450255"/>
                <a:gd name="csY5" fmla="*/ 3746409 h 4431426"/>
                <a:gd name="csX6" fmla="*/ 2503651 w 4450255"/>
                <a:gd name="csY6" fmla="*/ 4423208 h 4431426"/>
                <a:gd name="csX7" fmla="*/ 989591 w 4450255"/>
                <a:gd name="csY7" fmla="*/ 4041102 h 4431426"/>
                <a:gd name="csX8" fmla="*/ 32133 w 4450255"/>
                <a:gd name="csY8" fmla="*/ 2744558 h 4431426"/>
                <a:gd name="csX0" fmla="*/ 21425 w 4538938"/>
                <a:gd name="csY0" fmla="*/ 2810819 h 4431022"/>
                <a:gd name="csX1" fmla="*/ 465359 w 4538938"/>
                <a:gd name="csY1" fmla="*/ 1070407 h 4431022"/>
                <a:gd name="csX2" fmla="*/ 1605047 w 4538938"/>
                <a:gd name="csY2" fmla="*/ 49991 h 4431022"/>
                <a:gd name="csX3" fmla="*/ 3476538 w 4538938"/>
                <a:gd name="csY3" fmla="*/ 379667 h 4431022"/>
                <a:gd name="csX4" fmla="*/ 4530523 w 4538938"/>
                <a:gd name="csY4" fmla="*/ 2279352 h 4431022"/>
                <a:gd name="csX5" fmla="*/ 3896743 w 4538938"/>
                <a:gd name="csY5" fmla="*/ 3746409 h 4431022"/>
                <a:gd name="csX6" fmla="*/ 2592334 w 4538938"/>
                <a:gd name="csY6" fmla="*/ 4423208 h 4431022"/>
                <a:gd name="csX7" fmla="*/ 1078274 w 4538938"/>
                <a:gd name="csY7" fmla="*/ 4041102 h 4431022"/>
                <a:gd name="csX8" fmla="*/ 21425 w 4538938"/>
                <a:gd name="csY8" fmla="*/ 2810819 h 4431022"/>
                <a:gd name="csX0" fmla="*/ 20384 w 4537897"/>
                <a:gd name="csY0" fmla="*/ 2810819 h 4432434"/>
                <a:gd name="csX1" fmla="*/ 464318 w 4537897"/>
                <a:gd name="csY1" fmla="*/ 1070407 h 4432434"/>
                <a:gd name="csX2" fmla="*/ 1604006 w 4537897"/>
                <a:gd name="csY2" fmla="*/ 49991 h 4432434"/>
                <a:gd name="csX3" fmla="*/ 3475497 w 4537897"/>
                <a:gd name="csY3" fmla="*/ 379667 h 4432434"/>
                <a:gd name="csX4" fmla="*/ 4529482 w 4537897"/>
                <a:gd name="csY4" fmla="*/ 2279352 h 4432434"/>
                <a:gd name="csX5" fmla="*/ 3895702 w 4537897"/>
                <a:gd name="csY5" fmla="*/ 3746409 h 4432434"/>
                <a:gd name="csX6" fmla="*/ 2591293 w 4537897"/>
                <a:gd name="csY6" fmla="*/ 4423208 h 4432434"/>
                <a:gd name="csX7" fmla="*/ 1057355 w 4537897"/>
                <a:gd name="csY7" fmla="*/ 4074233 h 4432434"/>
                <a:gd name="csX8" fmla="*/ 20384 w 4537897"/>
                <a:gd name="csY8" fmla="*/ 2810819 h 4432434"/>
                <a:gd name="csX0" fmla="*/ 18004 w 4535517"/>
                <a:gd name="csY0" fmla="*/ 2810819 h 4435386"/>
                <a:gd name="csX1" fmla="*/ 461938 w 4535517"/>
                <a:gd name="csY1" fmla="*/ 1070407 h 4435386"/>
                <a:gd name="csX2" fmla="*/ 1601626 w 4535517"/>
                <a:gd name="csY2" fmla="*/ 49991 h 4435386"/>
                <a:gd name="csX3" fmla="*/ 3473117 w 4535517"/>
                <a:gd name="csY3" fmla="*/ 379667 h 4435386"/>
                <a:gd name="csX4" fmla="*/ 4527102 w 4535517"/>
                <a:gd name="csY4" fmla="*/ 2279352 h 4435386"/>
                <a:gd name="csX5" fmla="*/ 3893322 w 4535517"/>
                <a:gd name="csY5" fmla="*/ 3746409 h 4435386"/>
                <a:gd name="csX6" fmla="*/ 2588913 w 4535517"/>
                <a:gd name="csY6" fmla="*/ 4423208 h 4435386"/>
                <a:gd name="csX7" fmla="*/ 1008592 w 4535517"/>
                <a:gd name="csY7" fmla="*/ 4120616 h 4435386"/>
                <a:gd name="csX8" fmla="*/ 18004 w 4535517"/>
                <a:gd name="csY8" fmla="*/ 2810819 h 4435386"/>
                <a:gd name="csX0" fmla="*/ 18004 w 4535497"/>
                <a:gd name="csY0" fmla="*/ 2810819 h 4466571"/>
                <a:gd name="csX1" fmla="*/ 461938 w 4535497"/>
                <a:gd name="csY1" fmla="*/ 1070407 h 4466571"/>
                <a:gd name="csX2" fmla="*/ 1601626 w 4535497"/>
                <a:gd name="csY2" fmla="*/ 49991 h 4466571"/>
                <a:gd name="csX3" fmla="*/ 3473117 w 4535497"/>
                <a:gd name="csY3" fmla="*/ 379667 h 4466571"/>
                <a:gd name="csX4" fmla="*/ 4527102 w 4535497"/>
                <a:gd name="csY4" fmla="*/ 2279352 h 4466571"/>
                <a:gd name="csX5" fmla="*/ 3893322 w 4535497"/>
                <a:gd name="csY5" fmla="*/ 3746409 h 4466571"/>
                <a:gd name="csX6" fmla="*/ 2595539 w 4535497"/>
                <a:gd name="csY6" fmla="*/ 4456339 h 4466571"/>
                <a:gd name="csX7" fmla="*/ 1008592 w 4535497"/>
                <a:gd name="csY7" fmla="*/ 4120616 h 4466571"/>
                <a:gd name="csX8" fmla="*/ 18004 w 4535497"/>
                <a:gd name="csY8" fmla="*/ 2810819 h 4466571"/>
                <a:gd name="csX0" fmla="*/ 18004 w 4535497"/>
                <a:gd name="csY0" fmla="*/ 2810819 h 4511025"/>
                <a:gd name="csX1" fmla="*/ 461938 w 4535497"/>
                <a:gd name="csY1" fmla="*/ 1070407 h 4511025"/>
                <a:gd name="csX2" fmla="*/ 1601626 w 4535497"/>
                <a:gd name="csY2" fmla="*/ 49991 h 4511025"/>
                <a:gd name="csX3" fmla="*/ 3473117 w 4535497"/>
                <a:gd name="csY3" fmla="*/ 379667 h 4511025"/>
                <a:gd name="csX4" fmla="*/ 4527102 w 4535497"/>
                <a:gd name="csY4" fmla="*/ 2279352 h 4511025"/>
                <a:gd name="csX5" fmla="*/ 3893322 w 4535497"/>
                <a:gd name="csY5" fmla="*/ 3746409 h 4511025"/>
                <a:gd name="csX6" fmla="*/ 2595539 w 4535497"/>
                <a:gd name="csY6" fmla="*/ 4502721 h 4511025"/>
                <a:gd name="csX7" fmla="*/ 1008592 w 4535497"/>
                <a:gd name="csY7" fmla="*/ 4120616 h 4511025"/>
                <a:gd name="csX8" fmla="*/ 18004 w 4535497"/>
                <a:gd name="csY8" fmla="*/ 2810819 h 4511025"/>
                <a:gd name="csX0" fmla="*/ 18004 w 4538697"/>
                <a:gd name="csY0" fmla="*/ 2810819 h 4511025"/>
                <a:gd name="csX1" fmla="*/ 461938 w 4538697"/>
                <a:gd name="csY1" fmla="*/ 1070407 h 4511025"/>
                <a:gd name="csX2" fmla="*/ 1601626 w 4538697"/>
                <a:gd name="csY2" fmla="*/ 49991 h 4511025"/>
                <a:gd name="csX3" fmla="*/ 3473117 w 4538697"/>
                <a:gd name="csY3" fmla="*/ 379667 h 4511025"/>
                <a:gd name="csX4" fmla="*/ 4527102 w 4538697"/>
                <a:gd name="csY4" fmla="*/ 2279352 h 4511025"/>
                <a:gd name="csX5" fmla="*/ 3946331 w 4538697"/>
                <a:gd name="csY5" fmla="*/ 3799417 h 4511025"/>
                <a:gd name="csX6" fmla="*/ 2595539 w 4538697"/>
                <a:gd name="csY6" fmla="*/ 4502721 h 4511025"/>
                <a:gd name="csX7" fmla="*/ 1008592 w 4538697"/>
                <a:gd name="csY7" fmla="*/ 4120616 h 4511025"/>
                <a:gd name="csX8" fmla="*/ 18004 w 4538697"/>
                <a:gd name="csY8" fmla="*/ 2810819 h 4511025"/>
                <a:gd name="csX0" fmla="*/ 17746 w 4538439"/>
                <a:gd name="csY0" fmla="*/ 2850359 h 4550565"/>
                <a:gd name="csX1" fmla="*/ 461680 w 4538439"/>
                <a:gd name="csY1" fmla="*/ 1109947 h 4550565"/>
                <a:gd name="csX2" fmla="*/ 1568238 w 4538439"/>
                <a:gd name="csY2" fmla="*/ 43148 h 4550565"/>
                <a:gd name="csX3" fmla="*/ 3472859 w 4538439"/>
                <a:gd name="csY3" fmla="*/ 419207 h 4550565"/>
                <a:gd name="csX4" fmla="*/ 4526844 w 4538439"/>
                <a:gd name="csY4" fmla="*/ 2318892 h 4550565"/>
                <a:gd name="csX5" fmla="*/ 3946073 w 4538439"/>
                <a:gd name="csY5" fmla="*/ 3838957 h 4550565"/>
                <a:gd name="csX6" fmla="*/ 2595281 w 4538439"/>
                <a:gd name="csY6" fmla="*/ 4542261 h 4550565"/>
                <a:gd name="csX7" fmla="*/ 1008334 w 4538439"/>
                <a:gd name="csY7" fmla="*/ 4160156 h 4550565"/>
                <a:gd name="csX8" fmla="*/ 17746 w 4538439"/>
                <a:gd name="csY8" fmla="*/ 2850359 h 4550565"/>
                <a:gd name="csX0" fmla="*/ 22873 w 4543566"/>
                <a:gd name="csY0" fmla="*/ 2849432 h 4549638"/>
                <a:gd name="csX1" fmla="*/ 420425 w 4543566"/>
                <a:gd name="csY1" fmla="*/ 1095768 h 4549638"/>
                <a:gd name="csX2" fmla="*/ 1573365 w 4543566"/>
                <a:gd name="csY2" fmla="*/ 42221 h 4549638"/>
                <a:gd name="csX3" fmla="*/ 3477986 w 4543566"/>
                <a:gd name="csY3" fmla="*/ 418280 h 4549638"/>
                <a:gd name="csX4" fmla="*/ 4531971 w 4543566"/>
                <a:gd name="csY4" fmla="*/ 2317965 h 4549638"/>
                <a:gd name="csX5" fmla="*/ 3951200 w 4543566"/>
                <a:gd name="csY5" fmla="*/ 3838030 h 4549638"/>
                <a:gd name="csX6" fmla="*/ 2600408 w 4543566"/>
                <a:gd name="csY6" fmla="*/ 4541334 h 4549638"/>
                <a:gd name="csX7" fmla="*/ 1013461 w 4543566"/>
                <a:gd name="csY7" fmla="*/ 4159229 h 4549638"/>
                <a:gd name="csX8" fmla="*/ 22873 w 4543566"/>
                <a:gd name="csY8" fmla="*/ 2849432 h 4549638"/>
                <a:gd name="csX0" fmla="*/ 25453 w 4546146"/>
                <a:gd name="csY0" fmla="*/ 2848967 h 4549173"/>
                <a:gd name="csX1" fmla="*/ 403126 w 4546146"/>
                <a:gd name="csY1" fmla="*/ 1088677 h 4549173"/>
                <a:gd name="csX2" fmla="*/ 1575945 w 4546146"/>
                <a:gd name="csY2" fmla="*/ 41756 h 4549173"/>
                <a:gd name="csX3" fmla="*/ 3480566 w 4546146"/>
                <a:gd name="csY3" fmla="*/ 417815 h 4549173"/>
                <a:gd name="csX4" fmla="*/ 4534551 w 4546146"/>
                <a:gd name="csY4" fmla="*/ 2317500 h 4549173"/>
                <a:gd name="csX5" fmla="*/ 3953780 w 4546146"/>
                <a:gd name="csY5" fmla="*/ 3837565 h 4549173"/>
                <a:gd name="csX6" fmla="*/ 2602988 w 4546146"/>
                <a:gd name="csY6" fmla="*/ 4540869 h 4549173"/>
                <a:gd name="csX7" fmla="*/ 1016041 w 4546146"/>
                <a:gd name="csY7" fmla="*/ 4158764 h 4549173"/>
                <a:gd name="csX8" fmla="*/ 25453 w 4546146"/>
                <a:gd name="csY8" fmla="*/ 2848967 h 45491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546146" h="4549173">
                  <a:moveTo>
                    <a:pt x="25453" y="2848967"/>
                  </a:moveTo>
                  <a:cubicBezTo>
                    <a:pt x="-76699" y="2337286"/>
                    <a:pt x="144711" y="1556545"/>
                    <a:pt x="403126" y="1088677"/>
                  </a:cubicBezTo>
                  <a:cubicBezTo>
                    <a:pt x="661541" y="620809"/>
                    <a:pt x="1063038" y="153566"/>
                    <a:pt x="1575945" y="41756"/>
                  </a:cubicBezTo>
                  <a:cubicBezTo>
                    <a:pt x="2088852" y="-70054"/>
                    <a:pt x="2987465" y="38524"/>
                    <a:pt x="3480566" y="417815"/>
                  </a:cubicBezTo>
                  <a:cubicBezTo>
                    <a:pt x="3973667" y="797106"/>
                    <a:pt x="4455682" y="1747542"/>
                    <a:pt x="4534551" y="2317500"/>
                  </a:cubicBezTo>
                  <a:cubicBezTo>
                    <a:pt x="4613420" y="2887458"/>
                    <a:pt x="4275707" y="3467004"/>
                    <a:pt x="3953780" y="3837565"/>
                  </a:cubicBezTo>
                  <a:cubicBezTo>
                    <a:pt x="3631853" y="4208126"/>
                    <a:pt x="3047333" y="4495066"/>
                    <a:pt x="2602988" y="4540869"/>
                  </a:cubicBezTo>
                  <a:cubicBezTo>
                    <a:pt x="2158643" y="4586672"/>
                    <a:pt x="1445630" y="4440748"/>
                    <a:pt x="1016041" y="4158764"/>
                  </a:cubicBezTo>
                  <a:cubicBezTo>
                    <a:pt x="586452" y="3876780"/>
                    <a:pt x="127605" y="3360648"/>
                    <a:pt x="25453" y="2848967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rgbClr val="DDC98C">
                    <a:alpha val="50000"/>
                    <a:lumMod val="100000"/>
                  </a:srgbClr>
                </a:gs>
                <a:gs pos="60000">
                  <a:srgbClr val="C2DEE1">
                    <a:alpha val="50000"/>
                  </a:srgbClr>
                </a:gs>
              </a:gsLst>
              <a:lin ang="21000000" scaled="0"/>
              <a:tileRect/>
            </a:gra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E63891B-8622-AE11-BB89-9AEFF2E32EB5}"/>
                </a:ext>
              </a:extLst>
            </p:cNvPr>
            <p:cNvGrpSpPr/>
            <p:nvPr/>
          </p:nvGrpSpPr>
          <p:grpSpPr>
            <a:xfrm>
              <a:off x="301562" y="4499331"/>
              <a:ext cx="1457115" cy="812562"/>
              <a:chOff x="301562" y="4499331"/>
              <a:chExt cx="1457115" cy="812562"/>
            </a:xfrm>
          </p:grpSpPr>
          <p:sp>
            <p:nvSpPr>
              <p:cNvPr id="35" name="Arrow: Down 34">
                <a:extLst>
                  <a:ext uri="{FF2B5EF4-FFF2-40B4-BE49-F238E27FC236}">
                    <a16:creationId xmlns:a16="http://schemas.microsoft.com/office/drawing/2014/main" id="{0FA3CF65-7201-42B3-EC38-2AA8A0180C1B}"/>
                  </a:ext>
                </a:extLst>
              </p:cNvPr>
              <p:cNvSpPr/>
              <p:nvPr/>
            </p:nvSpPr>
            <p:spPr>
              <a:xfrm rot="14222123">
                <a:off x="1119901" y="4352282"/>
                <a:ext cx="225506" cy="519603"/>
              </a:xfrm>
              <a:prstGeom prst="downArrow">
                <a:avLst>
                  <a:gd name="adj1" fmla="val 31569"/>
                  <a:gd name="adj2" fmla="val 93927"/>
                </a:avLst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2FA4BA-449B-F53A-2AA0-33EBA074FCB8}"/>
                  </a:ext>
                </a:extLst>
              </p:cNvPr>
              <p:cNvSpPr txBox="1"/>
              <p:nvPr/>
            </p:nvSpPr>
            <p:spPr>
              <a:xfrm>
                <a:off x="301562" y="4788673"/>
                <a:ext cx="14571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2060"/>
                    </a:solidFill>
                  </a:rPr>
                  <a:t>Eligibility rules</a:t>
                </a:r>
              </a:p>
              <a:p>
                <a:pPr algn="ctr"/>
                <a:r>
                  <a:rPr lang="en-US" sz="1400" b="1" dirty="0">
                    <a:solidFill>
                      <a:srgbClr val="002060"/>
                    </a:solidFill>
                  </a:rPr>
                  <a:t>(Service Graph)</a:t>
                </a:r>
                <a:endParaRPr lang="el-GR" sz="1400" b="1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D2DB35-D03C-0BA1-5816-52C4F6D0CB28}"/>
                </a:ext>
              </a:extLst>
            </p:cNvPr>
            <p:cNvGrpSpPr/>
            <p:nvPr/>
          </p:nvGrpSpPr>
          <p:grpSpPr>
            <a:xfrm>
              <a:off x="5263013" y="4211973"/>
              <a:ext cx="1404072" cy="813056"/>
              <a:chOff x="5263013" y="4211973"/>
              <a:chExt cx="1404072" cy="813056"/>
            </a:xfrm>
          </p:grpSpPr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70515FE1-E268-6A3F-5DBF-47A5229D9703}"/>
                  </a:ext>
                </a:extLst>
              </p:cNvPr>
              <p:cNvSpPr/>
              <p:nvPr/>
            </p:nvSpPr>
            <p:spPr>
              <a:xfrm rot="7312918">
                <a:off x="5598656" y="4064924"/>
                <a:ext cx="225506" cy="519603"/>
              </a:xfrm>
              <a:prstGeom prst="downArrow">
                <a:avLst>
                  <a:gd name="adj1" fmla="val 31569"/>
                  <a:gd name="adj2" fmla="val 93927"/>
                </a:avLst>
              </a:prstGeom>
              <a:solidFill>
                <a:srgbClr val="002060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16F3D8A-A876-4860-A198-BF7D43456EC5}"/>
                  </a:ext>
                </a:extLst>
              </p:cNvPr>
              <p:cNvSpPr txBox="1"/>
              <p:nvPr/>
            </p:nvSpPr>
            <p:spPr>
              <a:xfrm>
                <a:off x="5263013" y="4501809"/>
                <a:ext cx="14040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2060"/>
                    </a:solidFill>
                  </a:rPr>
                  <a:t>Citizen Data</a:t>
                </a:r>
              </a:p>
              <a:p>
                <a:pPr algn="ctr"/>
                <a:r>
                  <a:rPr lang="en-US" sz="1400" b="1" dirty="0">
                    <a:solidFill>
                      <a:srgbClr val="002060"/>
                    </a:solidFill>
                  </a:rPr>
                  <a:t>(Citizen Graph)</a:t>
                </a:r>
                <a:endParaRPr lang="el-GR" sz="1400" b="1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4DB8853-B270-177E-CE4A-7338E4868400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Text → Knowledge Graph → Executable Logic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4406FC-D888-FDAE-AEC0-85CED149C17D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68BE937-4C2C-3D62-EBBA-5430E2970E2B}"/>
              </a:ext>
            </a:extLst>
          </p:cNvPr>
          <p:cNvGrpSpPr/>
          <p:nvPr/>
        </p:nvGrpSpPr>
        <p:grpSpPr>
          <a:xfrm>
            <a:off x="1186113" y="980575"/>
            <a:ext cx="9819774" cy="1451197"/>
            <a:chOff x="1186113" y="980575"/>
            <a:chExt cx="9819774" cy="15170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DBF1BA-4676-1187-4CB0-AB0924373A97}"/>
                </a:ext>
              </a:extLst>
            </p:cNvPr>
            <p:cNvSpPr/>
            <p:nvPr/>
          </p:nvSpPr>
          <p:spPr>
            <a:xfrm>
              <a:off x="1298572" y="1074738"/>
              <a:ext cx="1242220" cy="416597"/>
            </a:xfrm>
            <a:prstGeom prst="rect">
              <a:avLst/>
            </a:prstGeom>
            <a:solidFill>
              <a:srgbClr val="FFD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CA46BC-32DF-25B1-D2CD-B31034EACA53}"/>
                </a:ext>
              </a:extLst>
            </p:cNvPr>
            <p:cNvSpPr/>
            <p:nvPr/>
          </p:nvSpPr>
          <p:spPr>
            <a:xfrm>
              <a:off x="4248149" y="1074737"/>
              <a:ext cx="1016271" cy="416597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72E7F3-CF41-56DC-FC86-65220B81F4BF}"/>
                </a:ext>
              </a:extLst>
            </p:cNvPr>
            <p:cNvSpPr/>
            <p:nvPr/>
          </p:nvSpPr>
          <p:spPr>
            <a:xfrm>
              <a:off x="6468265" y="1074737"/>
              <a:ext cx="1689897" cy="416597"/>
            </a:xfrm>
            <a:prstGeom prst="rect">
              <a:avLst/>
            </a:prstGeom>
            <a:solidFill>
              <a:srgbClr val="00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6438614-A4C2-B3CE-46C5-1542D3194877}"/>
                </a:ext>
              </a:extLst>
            </p:cNvPr>
            <p:cNvSpPr/>
            <p:nvPr/>
          </p:nvSpPr>
          <p:spPr>
            <a:xfrm>
              <a:off x="6842123" y="1993900"/>
              <a:ext cx="937422" cy="416597"/>
            </a:xfrm>
            <a:prstGeom prst="rect">
              <a:avLst/>
            </a:prstGeom>
            <a:solidFill>
              <a:srgbClr val="9ACD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3E747B-0B91-B6A0-6C41-155935F536DF}"/>
                </a:ext>
              </a:extLst>
            </p:cNvPr>
            <p:cNvSpPr/>
            <p:nvPr/>
          </p:nvSpPr>
          <p:spPr>
            <a:xfrm>
              <a:off x="9485311" y="1530785"/>
              <a:ext cx="1408908" cy="41659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B5C87A-124D-0BCC-1741-5D5DC5BD4E7C}"/>
                </a:ext>
              </a:extLst>
            </p:cNvPr>
            <p:cNvSpPr/>
            <p:nvPr/>
          </p:nvSpPr>
          <p:spPr>
            <a:xfrm>
              <a:off x="4391025" y="1212056"/>
              <a:ext cx="740569" cy="128588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pic>
          <p:nvPicPr>
            <p:cNvPr id="10" name="Picture 9" descr="A diagram of interconnetced concepts">
              <a:extLst>
                <a:ext uri="{FF2B5EF4-FFF2-40B4-BE49-F238E27FC236}">
                  <a16:creationId xmlns:a16="http://schemas.microsoft.com/office/drawing/2014/main" id="{D85E511F-08DB-23B2-048C-009A00A00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DDC98C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6113" y="980575"/>
              <a:ext cx="9819774" cy="151701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D219F9-7538-1F01-526E-09E6F20E0C63}"/>
              </a:ext>
            </a:extLst>
          </p:cNvPr>
          <p:cNvSpPr txBox="1"/>
          <p:nvPr/>
        </p:nvSpPr>
        <p:spPr>
          <a:xfrm>
            <a:off x="370973" y="6256020"/>
            <a:ext cx="11450053" cy="38472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noProof="0" dirty="0"/>
              <a:t>The graph creates an </a:t>
            </a:r>
            <a:r>
              <a:rPr lang="en-US" sz="1900" b="1" noProof="0" dirty="0"/>
              <a:t>audit trail</a:t>
            </a:r>
            <a:r>
              <a:rPr lang="en-US" sz="1900" noProof="0" dirty="0"/>
              <a:t>. We trace exactly which data point </a:t>
            </a:r>
            <a:r>
              <a:rPr lang="en-US" sz="1900" dirty="0"/>
              <a:t>w</a:t>
            </a:r>
            <a:r>
              <a:rPr lang="en-US" sz="1900" noProof="0" dirty="0"/>
              <a:t>as used to evaluate which precondition.</a:t>
            </a:r>
          </a:p>
        </p:txBody>
      </p:sp>
      <p:grpSp>
        <p:nvGrpSpPr>
          <p:cNvPr id="45" name="Graph">
            <a:extLst>
              <a:ext uri="{FF2B5EF4-FFF2-40B4-BE49-F238E27FC236}">
                <a16:creationId xmlns:a16="http://schemas.microsoft.com/office/drawing/2014/main" id="{24EB6A77-6E8A-BDA7-1FE0-2AD36001EA10}"/>
              </a:ext>
            </a:extLst>
          </p:cNvPr>
          <p:cNvGrpSpPr/>
          <p:nvPr/>
        </p:nvGrpSpPr>
        <p:grpSpPr>
          <a:xfrm>
            <a:off x="1017656" y="1585496"/>
            <a:ext cx="5376545" cy="4525570"/>
            <a:chOff x="1017656" y="1585496"/>
            <a:chExt cx="5376545" cy="4525570"/>
          </a:xfrm>
        </p:grpSpPr>
        <p:pic>
          <p:nvPicPr>
            <p:cNvPr id="14" name="Picture 13" descr="A diagram of a public service">
              <a:extLst>
                <a:ext uri="{FF2B5EF4-FFF2-40B4-BE49-F238E27FC236}">
                  <a16:creationId xmlns:a16="http://schemas.microsoft.com/office/drawing/2014/main" id="{CB1BFF38-D197-DE75-272B-ECCD61549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655" y="1585496"/>
              <a:ext cx="5161546" cy="4525570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43994E0-7B6D-62D2-6F44-92B4C65C3058}"/>
                </a:ext>
              </a:extLst>
            </p:cNvPr>
            <p:cNvSpPr/>
            <p:nvPr/>
          </p:nvSpPr>
          <p:spPr>
            <a:xfrm>
              <a:off x="1017656" y="2201361"/>
              <a:ext cx="1492295" cy="143436"/>
            </a:xfrm>
            <a:prstGeom prst="roundRect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Currently in Public or Private sector.</a:t>
              </a:r>
              <a:endParaRPr lang="el-GR" sz="7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48F8EDD-F0EA-F30C-DD85-75E46CB71922}"/>
                </a:ext>
              </a:extLst>
            </p:cNvPr>
            <p:cNvSpPr/>
            <p:nvPr/>
          </p:nvSpPr>
          <p:spPr>
            <a:xfrm>
              <a:off x="1598992" y="5753850"/>
              <a:ext cx="1133475" cy="122738"/>
            </a:xfrm>
            <a:prstGeom prst="roundRect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Child less than 8 years old.</a:t>
              </a:r>
              <a:endParaRPr lang="el-GR" sz="7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FC5D29C-4E76-CC84-0393-045D510370B0}"/>
                </a:ext>
              </a:extLst>
            </p:cNvPr>
            <p:cNvSpPr/>
            <p:nvPr/>
          </p:nvSpPr>
          <p:spPr>
            <a:xfrm>
              <a:off x="2677695" y="4848047"/>
              <a:ext cx="1420019" cy="143669"/>
            </a:xfrm>
            <a:prstGeom prst="roundRect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One year with the same employer.</a:t>
              </a:r>
              <a:endParaRPr lang="el-GR" sz="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4F93CE3-8083-4797-978E-477A59C975D8}"/>
              </a:ext>
            </a:extLst>
          </p:cNvPr>
          <p:cNvGrpSpPr/>
          <p:nvPr/>
        </p:nvGrpSpPr>
        <p:grpSpPr>
          <a:xfrm>
            <a:off x="6921458" y="2626147"/>
            <a:ext cx="4845179" cy="2517952"/>
            <a:chOff x="6886947" y="2521848"/>
            <a:chExt cx="4845179" cy="251795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1F3D814-30B1-C4CE-C9C0-A283646CCB9D}"/>
                </a:ext>
              </a:extLst>
            </p:cNvPr>
            <p:cNvSpPr/>
            <p:nvPr/>
          </p:nvSpPr>
          <p:spPr>
            <a:xfrm>
              <a:off x="6921458" y="2521848"/>
              <a:ext cx="4810668" cy="2517952"/>
            </a:xfrm>
            <a:prstGeom prst="rect">
              <a:avLst/>
            </a:prstGeom>
            <a:noFill/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180000" rtlCol="0" anchor="ctr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500" b="1" dirty="0">
                  <a:solidFill>
                    <a:schemeClr val="tx1"/>
                  </a:solidFill>
                </a:rPr>
                <a:t>Public Service</a:t>
              </a:r>
              <a:r>
                <a:rPr lang="en-US" sz="1500" dirty="0">
                  <a:solidFill>
                    <a:schemeClr val="tx1"/>
                  </a:solidFill>
                </a:rPr>
                <a:t>: Root node representing a service.</a:t>
              </a:r>
            </a:p>
            <a:p>
              <a:pPr>
                <a:spcAft>
                  <a:spcPts val="600"/>
                </a:spcAft>
              </a:pPr>
              <a:r>
                <a:rPr lang="en-US" sz="1500" b="1" dirty="0">
                  <a:solidFill>
                    <a:schemeClr val="tx1"/>
                  </a:solidFill>
                </a:rPr>
                <a:t>Constraint</a:t>
              </a:r>
              <a:r>
                <a:rPr lang="en-US" sz="1500" dirty="0">
                  <a:solidFill>
                    <a:schemeClr val="tx1"/>
                  </a:solidFill>
                </a:rPr>
                <a:t>: A single eligibility precondition.</a:t>
              </a:r>
              <a:endParaRPr lang="en-US" sz="2000" dirty="0">
                <a:solidFill>
                  <a:schemeClr val="tx1"/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en-US" sz="1500" b="1" dirty="0">
                  <a:solidFill>
                    <a:schemeClr val="tx1"/>
                  </a:solidFill>
                </a:rPr>
                <a:t>Information Concept</a:t>
              </a:r>
              <a:r>
                <a:rPr lang="en-US" sz="1500" dirty="0">
                  <a:solidFill>
                    <a:schemeClr val="tx1"/>
                  </a:solidFill>
                </a:rPr>
                <a:t>: Abstract information needed to evaluate a constraint.</a:t>
              </a:r>
            </a:p>
            <a:p>
              <a:pPr>
                <a:spcAft>
                  <a:spcPts val="600"/>
                </a:spcAft>
              </a:pPr>
              <a:r>
                <a:rPr lang="en-US" sz="1500" b="1" dirty="0">
                  <a:solidFill>
                    <a:schemeClr val="tx1"/>
                  </a:solidFill>
                </a:rPr>
                <a:t>Citizen Property</a:t>
              </a:r>
              <a:r>
                <a:rPr lang="en-US" sz="1500" dirty="0">
                  <a:solidFill>
                    <a:schemeClr val="tx1"/>
                  </a:solidFill>
                </a:rPr>
                <a:t>: A collection of concrete data facts attached to a citizen instance.</a:t>
              </a:r>
            </a:p>
            <a:p>
              <a:pPr>
                <a:spcAft>
                  <a:spcPts val="600"/>
                </a:spcAft>
              </a:pPr>
              <a:r>
                <a:rPr lang="en-US" sz="1500" b="1" dirty="0">
                  <a:solidFill>
                    <a:schemeClr val="tx1"/>
                  </a:solidFill>
                </a:rPr>
                <a:t>Applicant</a:t>
              </a:r>
              <a:r>
                <a:rPr lang="en-US" sz="1500" dirty="0">
                  <a:solidFill>
                    <a:schemeClr val="tx1"/>
                  </a:solidFill>
                </a:rPr>
                <a:t>: Target node of the SHACL validation engine.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2019E09-54F0-B15A-C5B1-AC498A4D79BA}"/>
                </a:ext>
              </a:extLst>
            </p:cNvPr>
            <p:cNvSpPr/>
            <p:nvPr/>
          </p:nvSpPr>
          <p:spPr>
            <a:xfrm>
              <a:off x="6886947" y="2759075"/>
              <a:ext cx="139742" cy="139742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75F09D4-4734-EBE3-5CBA-A1FDF17C6728}"/>
                </a:ext>
              </a:extLst>
            </p:cNvPr>
            <p:cNvSpPr/>
            <p:nvPr/>
          </p:nvSpPr>
          <p:spPr>
            <a:xfrm>
              <a:off x="6886947" y="3066173"/>
              <a:ext cx="139742" cy="139742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17DA86A-58DC-5E9A-9ACA-49DAEBDC4138}"/>
                </a:ext>
              </a:extLst>
            </p:cNvPr>
            <p:cNvSpPr/>
            <p:nvPr/>
          </p:nvSpPr>
          <p:spPr>
            <a:xfrm>
              <a:off x="6886947" y="3373271"/>
              <a:ext cx="139742" cy="139742"/>
            </a:xfrm>
            <a:prstGeom prst="ellipse">
              <a:avLst/>
            </a:prstGeom>
            <a:solidFill>
              <a:srgbClr val="00CE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762ADE2-343B-6509-B388-1402D29E86CE}"/>
                </a:ext>
              </a:extLst>
            </p:cNvPr>
            <p:cNvSpPr/>
            <p:nvPr/>
          </p:nvSpPr>
          <p:spPr>
            <a:xfrm>
              <a:off x="6887340" y="3897077"/>
              <a:ext cx="139742" cy="139742"/>
            </a:xfrm>
            <a:prstGeom prst="ellipse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306097B-45BC-E484-9ACC-8A5E07CFE319}"/>
                </a:ext>
              </a:extLst>
            </p:cNvPr>
            <p:cNvSpPr/>
            <p:nvPr/>
          </p:nvSpPr>
          <p:spPr>
            <a:xfrm>
              <a:off x="6886947" y="4422404"/>
              <a:ext cx="139742" cy="139742"/>
            </a:xfrm>
            <a:prstGeom prst="ellipse">
              <a:avLst/>
            </a:prstGeom>
            <a:solidFill>
              <a:srgbClr val="9ACD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76E4F09-DF53-8A9D-143F-262155E49CF4}"/>
              </a:ext>
            </a:extLst>
          </p:cNvPr>
          <p:cNvGrpSpPr/>
          <p:nvPr/>
        </p:nvGrpSpPr>
        <p:grpSpPr>
          <a:xfrm>
            <a:off x="6613019" y="5308839"/>
            <a:ext cx="5015832" cy="669488"/>
            <a:chOff x="6613019" y="5308839"/>
            <a:chExt cx="5015832" cy="66948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6024D31-8373-E3ED-C150-EE4058B93162}"/>
                </a:ext>
              </a:extLst>
            </p:cNvPr>
            <p:cNvGrpSpPr/>
            <p:nvPr/>
          </p:nvGrpSpPr>
          <p:grpSpPr>
            <a:xfrm>
              <a:off x="6613019" y="5308839"/>
              <a:ext cx="5015832" cy="289168"/>
              <a:chOff x="7132152" y="5208167"/>
              <a:chExt cx="4482958" cy="289168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3579D307-E2D8-3138-C748-3031C2AD5724}"/>
                  </a:ext>
                </a:extLst>
              </p:cNvPr>
              <p:cNvSpPr/>
              <p:nvPr/>
            </p:nvSpPr>
            <p:spPr>
              <a:xfrm>
                <a:off x="8322337" y="5208167"/>
                <a:ext cx="1270873" cy="28916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 Constraint</a:t>
                </a:r>
                <a:endParaRPr lang="el-G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3B71730A-936B-B7C3-1DBA-B4DE14718ECF}"/>
                  </a:ext>
                </a:extLst>
              </p:cNvPr>
              <p:cNvSpPr/>
              <p:nvPr/>
            </p:nvSpPr>
            <p:spPr>
              <a:xfrm>
                <a:off x="10043950" y="5208167"/>
                <a:ext cx="1571160" cy="28916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 SHACL Shape</a:t>
                </a:r>
                <a:endParaRPr lang="el-G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D51C45D3-8035-190B-23CA-5DD4AF6CBEBE}"/>
                  </a:ext>
                </a:extLst>
              </p:cNvPr>
              <p:cNvSpPr/>
              <p:nvPr/>
            </p:nvSpPr>
            <p:spPr>
              <a:xfrm>
                <a:off x="9672821" y="5254936"/>
                <a:ext cx="291516" cy="216229"/>
              </a:xfrm>
              <a:prstGeom prst="leftRightArrow">
                <a:avLst/>
              </a:prstGeom>
              <a:solidFill>
                <a:srgbClr val="DDC9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ABB402A-CC5D-9411-623F-1CB12AF433EB}"/>
                  </a:ext>
                </a:extLst>
              </p:cNvPr>
              <p:cNvSpPr/>
              <p:nvPr/>
            </p:nvSpPr>
            <p:spPr>
              <a:xfrm>
                <a:off x="7132152" y="5208167"/>
                <a:ext cx="739445" cy="28916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1 Rule</a:t>
                </a:r>
                <a:endParaRPr lang="el-GR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4" name="Arrow: Left-Right 53">
                <a:extLst>
                  <a:ext uri="{FF2B5EF4-FFF2-40B4-BE49-F238E27FC236}">
                    <a16:creationId xmlns:a16="http://schemas.microsoft.com/office/drawing/2014/main" id="{3943A839-06E3-543C-6505-F7A4E0D3DD24}"/>
                  </a:ext>
                </a:extLst>
              </p:cNvPr>
              <p:cNvSpPr/>
              <p:nvPr/>
            </p:nvSpPr>
            <p:spPr>
              <a:xfrm>
                <a:off x="7951209" y="5254936"/>
                <a:ext cx="291516" cy="216229"/>
              </a:xfrm>
              <a:prstGeom prst="leftRightArrow">
                <a:avLst/>
              </a:prstGeom>
              <a:solidFill>
                <a:srgbClr val="DDC9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AE5435A-5FA6-C0BD-5907-97A11DFD095F}"/>
                </a:ext>
              </a:extLst>
            </p:cNvPr>
            <p:cNvSpPr/>
            <p:nvPr/>
          </p:nvSpPr>
          <p:spPr>
            <a:xfrm>
              <a:off x="6613019" y="5689159"/>
              <a:ext cx="827340" cy="28916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Natural Language</a:t>
              </a:r>
              <a:endParaRPr lang="el-G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6754BFB-09B5-35A3-C0F8-62908CF9EA21}"/>
                </a:ext>
              </a:extLst>
            </p:cNvPr>
            <p:cNvSpPr/>
            <p:nvPr/>
          </p:nvSpPr>
          <p:spPr>
            <a:xfrm>
              <a:off x="8241975" y="5689159"/>
              <a:ext cx="827340" cy="28916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Symbolic Anchor</a:t>
              </a:r>
              <a:endParaRPr lang="el-G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EB0D5EE-5DD1-B4E1-679E-ED566647A1B4}"/>
                </a:ext>
              </a:extLst>
            </p:cNvPr>
            <p:cNvSpPr/>
            <p:nvPr/>
          </p:nvSpPr>
          <p:spPr>
            <a:xfrm>
              <a:off x="10298253" y="5689159"/>
              <a:ext cx="903278" cy="28916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Executable Logic</a:t>
              </a:r>
              <a:endParaRPr lang="el-GR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57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5717-619E-DB3E-F04F-4F189176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2714A2-A5A5-C21F-DECC-EA969F823FD3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Validation via The Mutation Testing Framework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F50105-0ACD-C4D7-80D5-BA022C5F8256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EF658-5E46-B9DA-42FB-8579EEBEED82}"/>
              </a:ext>
            </a:extLst>
          </p:cNvPr>
          <p:cNvSpPr/>
          <p:nvPr/>
        </p:nvSpPr>
        <p:spPr>
          <a:xfrm>
            <a:off x="481922" y="5994860"/>
            <a:ext cx="11215658" cy="640515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180000" tIns="180000" rIns="180000" bIns="180000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dirty="0"/>
              <a:t>Each run is defined by a configuration tuple:  </a:t>
            </a:r>
            <a:r>
              <a:rPr lang="en-US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⟨ Document, Model, Prompting Strategy ⟩</a:t>
            </a:r>
            <a:endParaRPr lang="el-GR" b="1" dirty="0">
              <a:solidFill>
                <a:srgbClr val="00206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2F3A19-2F92-18BC-E36C-FD9778B24DA1}"/>
              </a:ext>
            </a:extLst>
          </p:cNvPr>
          <p:cNvSpPr/>
          <p:nvPr/>
        </p:nvSpPr>
        <p:spPr>
          <a:xfrm>
            <a:off x="672483" y="3855143"/>
            <a:ext cx="4678866" cy="1825454"/>
          </a:xfrm>
          <a:prstGeom prst="rect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numCol="1" spcCol="18000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002060"/>
                </a:solidFill>
              </a:rPr>
              <a:t>Why Mutation Testing?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The intuition: Treat the generated logic like software code that must be stress-tested:</a:t>
            </a:r>
            <a:endParaRPr lang="en-US" sz="1600" b="1" dirty="0">
              <a:solidFill>
                <a:srgbClr val="002060"/>
              </a:solidFill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</a:t>
            </a:r>
            <a:r>
              <a:rPr lang="el-GR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detect “silent failures” in the eligibility logic.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 mimic the real-world edge cases.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5C3953-B81D-8F9C-EAC1-07509DDAD87B}"/>
              </a:ext>
            </a:extLst>
          </p:cNvPr>
          <p:cNvGrpSpPr/>
          <p:nvPr/>
        </p:nvGrpSpPr>
        <p:grpSpPr>
          <a:xfrm>
            <a:off x="8088171" y="1269777"/>
            <a:ext cx="3621907" cy="2068424"/>
            <a:chOff x="8088171" y="1098327"/>
            <a:chExt cx="3621907" cy="206842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EE8BA22-1F4F-7314-B95D-DEE9DF2746E9}"/>
                </a:ext>
              </a:extLst>
            </p:cNvPr>
            <p:cNvGrpSpPr/>
            <p:nvPr/>
          </p:nvGrpSpPr>
          <p:grpSpPr>
            <a:xfrm>
              <a:off x="9603200" y="1098327"/>
              <a:ext cx="2106878" cy="2068424"/>
              <a:chOff x="6762060" y="2620220"/>
              <a:chExt cx="2106878" cy="206842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DFB3F2A-DFCF-938A-6BB6-D29DD598321F}"/>
                  </a:ext>
                </a:extLst>
              </p:cNvPr>
              <p:cNvGrpSpPr/>
              <p:nvPr/>
            </p:nvGrpSpPr>
            <p:grpSpPr>
              <a:xfrm>
                <a:off x="6762060" y="2620220"/>
                <a:ext cx="2106878" cy="2068424"/>
                <a:chOff x="370972" y="2620221"/>
                <a:chExt cx="2248590" cy="2068424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8E729D4-99D5-1070-A8CE-3236ACD936B8}"/>
                    </a:ext>
                  </a:extLst>
                </p:cNvPr>
                <p:cNvSpPr/>
                <p:nvPr/>
              </p:nvSpPr>
              <p:spPr>
                <a:xfrm>
                  <a:off x="370972" y="3436691"/>
                  <a:ext cx="2248590" cy="1251954"/>
                </a:xfrm>
                <a:prstGeom prst="rect">
                  <a:avLst/>
                </a:prstGeom>
                <a:solidFill>
                  <a:srgbClr val="E8F4F4"/>
                </a:solidFill>
                <a:ln w="76200">
                  <a:solidFill>
                    <a:srgbClr val="277D7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2928BB4-E332-6EBF-0070-8D33D1388A3E}"/>
                    </a:ext>
                  </a:extLst>
                </p:cNvPr>
                <p:cNvSpPr/>
                <p:nvPr/>
              </p:nvSpPr>
              <p:spPr>
                <a:xfrm>
                  <a:off x="370972" y="2620221"/>
                  <a:ext cx="2248590" cy="816469"/>
                </a:xfrm>
                <a:prstGeom prst="rect">
                  <a:avLst/>
                </a:prstGeom>
                <a:solidFill>
                  <a:srgbClr val="C2DEE1"/>
                </a:solidFill>
                <a:ln w="76200">
                  <a:solidFill>
                    <a:srgbClr val="277D7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solidFill>
                        <a:schemeClr val="tx1"/>
                      </a:solidFill>
                    </a:rPr>
                    <a:t>Validation Verdict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E86DEA1-5329-C32A-E655-32218B08B9B2}"/>
                  </a:ext>
                </a:extLst>
              </p:cNvPr>
              <p:cNvGrpSpPr/>
              <p:nvPr/>
            </p:nvGrpSpPr>
            <p:grpSpPr>
              <a:xfrm>
                <a:off x="6832916" y="3492588"/>
                <a:ext cx="1965166" cy="1175589"/>
                <a:chOff x="7063214" y="3974173"/>
                <a:chExt cx="1965166" cy="1175589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729F438A-A90D-1705-C60F-790C1A5FA0A4}"/>
                    </a:ext>
                  </a:extLst>
                </p:cNvPr>
                <p:cNvGrpSpPr/>
                <p:nvPr/>
              </p:nvGrpSpPr>
              <p:grpSpPr>
                <a:xfrm>
                  <a:off x="7063214" y="3974173"/>
                  <a:ext cx="1965166" cy="1175589"/>
                  <a:chOff x="9005126" y="5437002"/>
                  <a:chExt cx="2430379" cy="1175589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2BD54D1-9B0D-D143-B4EC-22EC9C3B9E90}"/>
                      </a:ext>
                    </a:extLst>
                  </p:cNvPr>
                  <p:cNvSpPr txBox="1"/>
                  <p:nvPr/>
                </p:nvSpPr>
                <p:spPr>
                  <a:xfrm>
                    <a:off x="9005126" y="5437002"/>
                    <a:ext cx="1177119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Pass</a:t>
                    </a:r>
                  </a:p>
                  <a:p>
                    <a:pPr algn="ctr"/>
                    <a:endParaRPr lang="en-US" sz="2400" b="1" dirty="0"/>
                  </a:p>
                  <a:p>
                    <a:pPr algn="ctr"/>
                    <a:r>
                      <a:rPr lang="en-US" sz="1400" dirty="0"/>
                      <a:t>Conforms to Rules</a:t>
                    </a:r>
                    <a:endParaRPr lang="el-GR" sz="1400" dirty="0"/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DD3F659-444E-EB4C-0DFC-4247463DE9F6}"/>
                      </a:ext>
                    </a:extLst>
                  </p:cNvPr>
                  <p:cNvSpPr txBox="1"/>
                  <p:nvPr/>
                </p:nvSpPr>
                <p:spPr>
                  <a:xfrm>
                    <a:off x="10258386" y="5443040"/>
                    <a:ext cx="1177119" cy="11695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b="1" dirty="0"/>
                      <a:t>Fail</a:t>
                    </a:r>
                  </a:p>
                  <a:p>
                    <a:pPr algn="ctr"/>
                    <a:endParaRPr lang="en-US" sz="2400" b="1" dirty="0"/>
                  </a:p>
                  <a:p>
                    <a:pPr algn="ctr"/>
                    <a:r>
                      <a:rPr lang="en-US" sz="1400" dirty="0"/>
                      <a:t>Violates Rules</a:t>
                    </a:r>
                    <a:endParaRPr lang="el-GR" sz="1400" dirty="0"/>
                  </a:p>
                </p:txBody>
              </p: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D0F4B875-BA37-D824-A1C5-D98128985B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220316" y="5480050"/>
                    <a:ext cx="0" cy="1100879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31" name="Graphic 30" descr="Badge Tick1 with solid fill">
                  <a:extLst>
                    <a:ext uri="{FF2B5EF4-FFF2-40B4-BE49-F238E27FC236}">
                      <a16:creationId xmlns:a16="http://schemas.microsoft.com/office/drawing/2014/main" id="{9D66D76B-A4BB-0078-A875-658FCE8E8A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59114" y="4274804"/>
                  <a:ext cx="360000" cy="360000"/>
                </a:xfrm>
                <a:prstGeom prst="rect">
                  <a:avLst/>
                </a:prstGeom>
              </p:spPr>
            </p:pic>
            <p:pic>
              <p:nvPicPr>
                <p:cNvPr id="33" name="Graphic 32" descr="Badge Cross with solid fill">
                  <a:extLst>
                    <a:ext uri="{FF2B5EF4-FFF2-40B4-BE49-F238E27FC236}">
                      <a16:creationId xmlns:a16="http://schemas.microsoft.com/office/drawing/2014/main" id="{055FA258-8AFA-32FC-7350-C9EE5E04CF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8753" y="4274804"/>
                  <a:ext cx="360000" cy="360000"/>
                </a:xfrm>
                <a:prstGeom prst="rect">
                  <a:avLst/>
                </a:prstGeom>
              </p:spPr>
            </p:pic>
          </p:grpSp>
        </p:grp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37237A2E-F7FF-8161-17CF-18005BDBDA4F}"/>
                </a:ext>
              </a:extLst>
            </p:cNvPr>
            <p:cNvSpPr/>
            <p:nvPr/>
          </p:nvSpPr>
          <p:spPr>
            <a:xfrm>
              <a:off x="8088171" y="1659139"/>
              <a:ext cx="1286258" cy="946800"/>
            </a:xfrm>
            <a:prstGeom prst="rightArrow">
              <a:avLst>
                <a:gd name="adj1" fmla="val 55860"/>
                <a:gd name="adj2" fmla="val 39633"/>
              </a:avLst>
            </a:prstGeom>
            <a:solidFill>
              <a:srgbClr val="002060"/>
            </a:solidFill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Validation Engine</a:t>
              </a:r>
              <a:endParaRPr lang="el-GR" sz="14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0FF5201-A8C9-C02B-71D0-13C5522AC27A}"/>
              </a:ext>
            </a:extLst>
          </p:cNvPr>
          <p:cNvGrpSpPr/>
          <p:nvPr/>
        </p:nvGrpSpPr>
        <p:grpSpPr>
          <a:xfrm>
            <a:off x="3012128" y="1269777"/>
            <a:ext cx="4791362" cy="2068424"/>
            <a:chOff x="3012128" y="1098327"/>
            <a:chExt cx="4791362" cy="20684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84435F-60FA-FF45-AE9B-67C012493E12}"/>
                </a:ext>
              </a:extLst>
            </p:cNvPr>
            <p:cNvGrpSpPr/>
            <p:nvPr/>
          </p:nvGrpSpPr>
          <p:grpSpPr>
            <a:xfrm>
              <a:off x="4530222" y="1098327"/>
              <a:ext cx="3273268" cy="2068424"/>
              <a:chOff x="370972" y="2620221"/>
              <a:chExt cx="2198301" cy="206842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C9906E0-2C25-DF96-B884-ABD6430E2859}"/>
                  </a:ext>
                </a:extLst>
              </p:cNvPr>
              <p:cNvSpPr/>
              <p:nvPr/>
            </p:nvSpPr>
            <p:spPr>
              <a:xfrm>
                <a:off x="370972" y="3436691"/>
                <a:ext cx="2198301" cy="1251954"/>
              </a:xfrm>
              <a:prstGeom prst="rect">
                <a:avLst/>
              </a:prstGeom>
              <a:solidFill>
                <a:srgbClr val="F5F5DC"/>
              </a:solidFill>
              <a:ln w="76200">
                <a:solidFill>
                  <a:srgbClr val="AF91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 description: “High income."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 </a:t>
                </a:r>
                <a:r>
                  <a:rPr lang="en-US" sz="1400" dirty="0" err="1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ex:Income</a:t>
                </a:r>
                <a:r>
                  <a:rPr lang="en-US" sz="1400" dirty="0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 :amount 12000.0 .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- </a:t>
                </a:r>
                <a:r>
                  <a:rPr lang="en-US" sz="1400" dirty="0" err="1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expected_violation_count</a:t>
                </a:r>
                <a:r>
                  <a:rPr lang="en-US" sz="1400" dirty="0">
                    <a:solidFill>
                      <a:schemeClr val="tx1"/>
                    </a:solidFill>
                    <a:latin typeface="JetBrains Mono" panose="02000009000000000000" pitchFamily="49" charset="0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: 1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E0D936F-729E-C123-7594-0B3F2494F79C}"/>
                  </a:ext>
                </a:extLst>
              </p:cNvPr>
              <p:cNvSpPr/>
              <p:nvPr/>
            </p:nvSpPr>
            <p:spPr>
              <a:xfrm>
                <a:off x="370972" y="2620221"/>
                <a:ext cx="2198301" cy="816469"/>
              </a:xfrm>
              <a:prstGeom prst="rect">
                <a:avLst/>
              </a:prstGeom>
              <a:solidFill>
                <a:srgbClr val="DDC98C"/>
              </a:solidFill>
              <a:ln w="76200">
                <a:solidFill>
                  <a:srgbClr val="AF91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Mutation Scenario</a:t>
                </a:r>
              </a:p>
            </p:txBody>
          </p: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32BB9BCD-AC1A-6672-002C-E34EA5E99C41}"/>
                </a:ext>
              </a:extLst>
            </p:cNvPr>
            <p:cNvSpPr/>
            <p:nvPr/>
          </p:nvSpPr>
          <p:spPr>
            <a:xfrm>
              <a:off x="3012128" y="1660019"/>
              <a:ext cx="1286258" cy="945041"/>
            </a:xfrm>
            <a:prstGeom prst="rightArrow">
              <a:avLst>
                <a:gd name="adj1" fmla="val 55860"/>
                <a:gd name="adj2" fmla="val 39633"/>
              </a:avLst>
            </a:prstGeom>
            <a:solidFill>
              <a:srgbClr val="002060"/>
            </a:solidFill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Mutation Injection</a:t>
              </a:r>
              <a:endParaRPr lang="el-GR" sz="1400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26F113-A346-5596-1799-85D2FA01981D}"/>
              </a:ext>
            </a:extLst>
          </p:cNvPr>
          <p:cNvGrpSpPr/>
          <p:nvPr/>
        </p:nvGrpSpPr>
        <p:grpSpPr>
          <a:xfrm>
            <a:off x="481922" y="1269777"/>
            <a:ext cx="2248590" cy="2068424"/>
            <a:chOff x="457032" y="1831558"/>
            <a:chExt cx="2248590" cy="206842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E17309-5CD5-2BE3-D8A3-6FCF3A07D62B}"/>
                </a:ext>
              </a:extLst>
            </p:cNvPr>
            <p:cNvGrpSpPr/>
            <p:nvPr/>
          </p:nvGrpSpPr>
          <p:grpSpPr>
            <a:xfrm>
              <a:off x="457032" y="1831558"/>
              <a:ext cx="2248590" cy="2068424"/>
              <a:chOff x="370972" y="2620221"/>
              <a:chExt cx="2248590" cy="206842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5796E8-1411-ED33-A1B9-01299C50DF6B}"/>
                  </a:ext>
                </a:extLst>
              </p:cNvPr>
              <p:cNvSpPr/>
              <p:nvPr/>
            </p:nvSpPr>
            <p:spPr>
              <a:xfrm>
                <a:off x="370972" y="3436690"/>
                <a:ext cx="2248590" cy="1251955"/>
              </a:xfrm>
              <a:prstGeom prst="rect">
                <a:avLst/>
              </a:prstGeom>
              <a:solidFill>
                <a:srgbClr val="F5F5DC"/>
              </a:solidFill>
              <a:ln w="76200">
                <a:solidFill>
                  <a:srgbClr val="AF91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72000" rtlCol="0" anchor="b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Marginally eligible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(Income: € 11.999)</a:t>
                </a:r>
                <a:endParaRPr lang="el-G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A27778E-FAFB-1A0A-1736-7EC37647CE2C}"/>
                  </a:ext>
                </a:extLst>
              </p:cNvPr>
              <p:cNvSpPr/>
              <p:nvPr/>
            </p:nvSpPr>
            <p:spPr>
              <a:xfrm>
                <a:off x="370972" y="2620221"/>
                <a:ext cx="2248590" cy="816469"/>
              </a:xfrm>
              <a:prstGeom prst="rect">
                <a:avLst/>
              </a:prstGeom>
              <a:solidFill>
                <a:srgbClr val="DDC98C"/>
              </a:solidFill>
              <a:ln w="76200">
                <a:solidFill>
                  <a:srgbClr val="AF91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The Golden Citizen</a:t>
                </a:r>
              </a:p>
            </p:txBody>
          </p:sp>
        </p:grpSp>
        <p:pic>
          <p:nvPicPr>
            <p:cNvPr id="43" name="Graphic 42" descr="CheckList with solid fill">
              <a:extLst>
                <a:ext uri="{FF2B5EF4-FFF2-40B4-BE49-F238E27FC236}">
                  <a16:creationId xmlns:a16="http://schemas.microsoft.com/office/drawing/2014/main" id="{2EA2C9E9-F348-ED89-A7E6-09EC1BD0D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19162" y="2707037"/>
              <a:ext cx="724329" cy="724329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18667A7-6825-24C7-3D0E-EFC9C6A20AAF}"/>
              </a:ext>
            </a:extLst>
          </p:cNvPr>
          <p:cNvGrpSpPr/>
          <p:nvPr/>
        </p:nvGrpSpPr>
        <p:grpSpPr>
          <a:xfrm>
            <a:off x="10183237" y="3478489"/>
            <a:ext cx="946800" cy="2350422"/>
            <a:chOff x="10183237" y="3307039"/>
            <a:chExt cx="946800" cy="2350422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55C03DB-4E79-C611-53B8-FB1AD2B83C88}"/>
                </a:ext>
              </a:extLst>
            </p:cNvPr>
            <p:cNvSpPr/>
            <p:nvPr/>
          </p:nvSpPr>
          <p:spPr>
            <a:xfrm rot="5400000">
              <a:off x="10103669" y="3386607"/>
              <a:ext cx="1105935" cy="946800"/>
            </a:xfrm>
            <a:prstGeom prst="rightArrow">
              <a:avLst>
                <a:gd name="adj1" fmla="val 55860"/>
                <a:gd name="adj2" fmla="val 39633"/>
              </a:avLst>
            </a:prstGeom>
            <a:solidFill>
              <a:srgbClr val="002060"/>
            </a:solidFill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b="1" dirty="0"/>
                <a:t>Save Log</a:t>
              </a:r>
              <a:endParaRPr lang="el-GR" sz="1400" b="1" dirty="0"/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A6A18EB7-AF9D-DA72-8D1C-B3C4E1E81AA3}"/>
                </a:ext>
              </a:extLst>
            </p:cNvPr>
            <p:cNvSpPr/>
            <p:nvPr/>
          </p:nvSpPr>
          <p:spPr>
            <a:xfrm>
              <a:off x="10208429" y="4551525"/>
              <a:ext cx="896413" cy="1105936"/>
            </a:xfrm>
            <a:prstGeom prst="flowChartMagneticDisk">
              <a:avLst/>
            </a:prstGeom>
            <a:solidFill>
              <a:srgbClr val="C2DEE1"/>
            </a:solidFill>
            <a:ln w="38100">
              <a:solidFill>
                <a:srgbClr val="277D7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CSV</a:t>
              </a:r>
              <a:endParaRPr lang="el-GR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EB9C247-04AA-C4C5-1D98-F6FA9DC5DADE}"/>
              </a:ext>
            </a:extLst>
          </p:cNvPr>
          <p:cNvGrpSpPr/>
          <p:nvPr/>
        </p:nvGrpSpPr>
        <p:grpSpPr>
          <a:xfrm>
            <a:off x="5534783" y="3647170"/>
            <a:ext cx="4139273" cy="1825455"/>
            <a:chOff x="5534783" y="3475720"/>
            <a:chExt cx="4139273" cy="1825455"/>
          </a:xfrm>
        </p:grpSpPr>
        <p:sp>
          <p:nvSpPr>
            <p:cNvPr id="42" name="Thought Bubble: Cloud 41">
              <a:extLst>
                <a:ext uri="{FF2B5EF4-FFF2-40B4-BE49-F238E27FC236}">
                  <a16:creationId xmlns:a16="http://schemas.microsoft.com/office/drawing/2014/main" id="{359569F9-44FF-928B-6920-45228A71F48C}"/>
                </a:ext>
              </a:extLst>
            </p:cNvPr>
            <p:cNvSpPr/>
            <p:nvPr/>
          </p:nvSpPr>
          <p:spPr>
            <a:xfrm>
              <a:off x="5534783" y="3475720"/>
              <a:ext cx="4139273" cy="1825455"/>
            </a:xfrm>
            <a:prstGeom prst="cloudCallout">
              <a:avLst>
                <a:gd name="adj1" fmla="val 45234"/>
                <a:gd name="adj2" fmla="val -7978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9775935-BE23-9F18-1208-365CE6A568B9}"/>
                </a:ext>
              </a:extLst>
            </p:cNvPr>
            <p:cNvGrpSpPr/>
            <p:nvPr/>
          </p:nvGrpSpPr>
          <p:grpSpPr>
            <a:xfrm>
              <a:off x="5904757" y="3655410"/>
              <a:ext cx="3209427" cy="1255786"/>
              <a:chOff x="5904757" y="3655410"/>
              <a:chExt cx="3209427" cy="125578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26B6135-F4B5-1BC3-7E73-2DEDF1A74216}"/>
                  </a:ext>
                </a:extLst>
              </p:cNvPr>
              <p:cNvSpPr/>
              <p:nvPr/>
            </p:nvSpPr>
            <p:spPr>
              <a:xfrm>
                <a:off x="5960118" y="3655410"/>
                <a:ext cx="3098704" cy="609737"/>
              </a:xfrm>
              <a:prstGeom prst="rect">
                <a:avLst/>
              </a:prstGeom>
              <a:noFill/>
              <a:ln>
                <a:noFill/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180000" rIns="180000" bIns="180000" numCol="1" spcCol="36000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How does Validation happen?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6E8C837-4737-D529-C8AF-E6E95DD5BEEC}"/>
                  </a:ext>
                </a:extLst>
              </p:cNvPr>
              <p:cNvGrpSpPr/>
              <p:nvPr/>
            </p:nvGrpSpPr>
            <p:grpSpPr>
              <a:xfrm>
                <a:off x="5904757" y="4126366"/>
                <a:ext cx="3209427" cy="784830"/>
                <a:chOff x="5904757" y="4126366"/>
                <a:chExt cx="3209427" cy="784830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3615A2B-15CE-AD9F-74FE-85D133D2CD80}"/>
                    </a:ext>
                  </a:extLst>
                </p:cNvPr>
                <p:cNvSpPr txBox="1"/>
                <p:nvPr/>
              </p:nvSpPr>
              <p:spPr>
                <a:xfrm>
                  <a:off x="5904757" y="4126366"/>
                  <a:ext cx="1424608" cy="7848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500" dirty="0"/>
                    <a:t>Citizen Graph</a:t>
                  </a:r>
                  <a:br>
                    <a:rPr lang="en-US" sz="1500" dirty="0"/>
                  </a:br>
                  <a:r>
                    <a:rPr lang="en-US" sz="1500" dirty="0"/>
                    <a:t>+</a:t>
                  </a:r>
                </a:p>
                <a:p>
                  <a:pPr algn="ctr"/>
                  <a:r>
                    <a:rPr lang="en-US" sz="1500" dirty="0"/>
                    <a:t>SHACL Shapes</a:t>
                  </a:r>
                  <a:endParaRPr lang="el-GR" sz="1500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BA6F3F3-66A1-E587-E939-3EEC6FB2CB9A}"/>
                    </a:ext>
                  </a:extLst>
                </p:cNvPr>
                <p:cNvSpPr txBox="1"/>
                <p:nvPr/>
              </p:nvSpPr>
              <p:spPr>
                <a:xfrm>
                  <a:off x="7512799" y="4126366"/>
                  <a:ext cx="1601385" cy="78483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500" dirty="0"/>
                    <a:t>Binary Decision</a:t>
                  </a:r>
                  <a:br>
                    <a:rPr lang="en-US" sz="1500" dirty="0"/>
                  </a:br>
                  <a:r>
                    <a:rPr lang="en-US" sz="1500" dirty="0"/>
                    <a:t>+</a:t>
                  </a:r>
                </a:p>
                <a:p>
                  <a:pPr algn="ctr"/>
                  <a:r>
                    <a:rPr lang="en-US" sz="15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highlight>
                        <a:srgbClr val="FFFFFF"/>
                      </a:highlight>
                    </a:rPr>
                    <a:t>Validation Report</a:t>
                  </a:r>
                  <a:endParaRPr lang="el-GR" sz="1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highlight>
                      <a:srgbClr val="FFFFFF"/>
                    </a:highlight>
                  </a:endParaRPr>
                </a:p>
              </p:txBody>
            </p:sp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8E9EE410-AE97-552C-62D5-725127748F59}"/>
                    </a:ext>
                  </a:extLst>
                </p:cNvPr>
                <p:cNvSpPr/>
                <p:nvPr/>
              </p:nvSpPr>
              <p:spPr>
                <a:xfrm>
                  <a:off x="7333803" y="4411926"/>
                  <a:ext cx="174559" cy="213711"/>
                </a:xfrm>
                <a:prstGeom prst="rightArrow">
                  <a:avLst/>
                </a:prstGeom>
                <a:solidFill>
                  <a:srgbClr val="DDC9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l-G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8800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F90F1-1292-3679-51A1-3CBBC110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728570-54A1-CF39-2153-4F4C998E7F80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Results I: Cognitive Dissonance in Code Generation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C5D252-A1A7-5C1F-E281-A810980DD0B6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FD3560-7B5E-7857-3A8F-E861B1904B52}"/>
              </a:ext>
            </a:extLst>
          </p:cNvPr>
          <p:cNvCxnSpPr>
            <a:cxnSpLocks/>
          </p:cNvCxnSpPr>
          <p:nvPr/>
        </p:nvCxnSpPr>
        <p:spPr>
          <a:xfrm flipV="1">
            <a:off x="6096000" y="1716157"/>
            <a:ext cx="0" cy="432369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EDB45E-9F9B-E054-CD48-D1BA4059D20C}"/>
              </a:ext>
            </a:extLst>
          </p:cNvPr>
          <p:cNvSpPr txBox="1"/>
          <p:nvPr/>
        </p:nvSpPr>
        <p:spPr>
          <a:xfrm>
            <a:off x="370973" y="6256020"/>
            <a:ext cx="11450053" cy="38472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noProof="0" dirty="0"/>
              <a:t>Models seemed to </a:t>
            </a:r>
            <a:r>
              <a:rPr lang="en-US" sz="1900" b="1" noProof="0" dirty="0"/>
              <a:t>memorize</a:t>
            </a:r>
            <a:r>
              <a:rPr lang="en-US" sz="1900" noProof="0" dirty="0"/>
              <a:t> RDF grammar but failed to </a:t>
            </a:r>
            <a:r>
              <a:rPr lang="en-US" sz="1900" b="1" noProof="0" dirty="0"/>
              <a:t>grasp</a:t>
            </a:r>
            <a:r>
              <a:rPr lang="en-US" sz="1900" noProof="0" dirty="0"/>
              <a:t> the mathematical logic of the preconditions.</a:t>
            </a:r>
          </a:p>
        </p:txBody>
      </p:sp>
      <p:pic>
        <p:nvPicPr>
          <p:cNvPr id="9" name="Picture 8" descr="A diagram of children and parents">
            <a:extLst>
              <a:ext uri="{FF2B5EF4-FFF2-40B4-BE49-F238E27FC236}">
                <a16:creationId xmlns:a16="http://schemas.microsoft.com/office/drawing/2014/main" id="{1E563CCC-3829-6BD6-FD5A-91E67E345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948" y="2200199"/>
            <a:ext cx="5400000" cy="2670831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4FFD34-A325-724D-F827-6581C94BF20D}"/>
              </a:ext>
            </a:extLst>
          </p:cNvPr>
          <p:cNvSpPr txBox="1">
            <a:spLocks/>
          </p:cNvSpPr>
          <p:nvPr/>
        </p:nvSpPr>
        <p:spPr>
          <a:xfrm>
            <a:off x="6716231" y="1634367"/>
            <a:ext cx="4800599" cy="48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rgbClr val="002060"/>
                </a:solidFill>
              </a:rPr>
              <a:t>The Double Counting Trap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1DD1B-959E-FF4E-1301-3DEC229E3A7C}"/>
              </a:ext>
            </a:extLst>
          </p:cNvPr>
          <p:cNvSpPr txBox="1"/>
          <p:nvPr/>
        </p:nvSpPr>
        <p:spPr>
          <a:xfrm>
            <a:off x="7073543" y="5087197"/>
            <a:ext cx="408597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Counted every child twice (once per parent path)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Failure to understand graph topology</a:t>
            </a:r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03918-4404-7540-F615-316B778FF2D1}"/>
              </a:ext>
            </a:extLst>
          </p:cNvPr>
          <p:cNvSpPr txBox="1"/>
          <p:nvPr/>
        </p:nvSpPr>
        <p:spPr>
          <a:xfrm>
            <a:off x="1658441" y="5309047"/>
            <a:ext cx="315803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High syntactic proficiency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noProof="0" dirty="0"/>
              <a:t>ow logical understanding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B014C56-FFD9-5DC0-7F11-B78D5D40E738}"/>
              </a:ext>
            </a:extLst>
          </p:cNvPr>
          <p:cNvSpPr txBox="1">
            <a:spLocks/>
          </p:cNvSpPr>
          <p:nvPr/>
        </p:nvSpPr>
        <p:spPr>
          <a:xfrm>
            <a:off x="670673" y="1634366"/>
            <a:ext cx="4800599" cy="48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rgbClr val="002060"/>
                </a:solidFill>
              </a:rPr>
              <a:t>The </a:t>
            </a:r>
            <a:r>
              <a:rPr lang="en-US" dirty="0">
                <a:solidFill>
                  <a:srgbClr val="002060"/>
                </a:solidFill>
              </a:rPr>
              <a:t>Illusion of Fluency</a:t>
            </a:r>
            <a:endParaRPr lang="en-US" noProof="0" dirty="0">
              <a:solidFill>
                <a:srgbClr val="00206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B5563F-04B2-CAEA-C760-7BAB63952E66}"/>
              </a:ext>
            </a:extLst>
          </p:cNvPr>
          <p:cNvGrpSpPr/>
          <p:nvPr/>
        </p:nvGrpSpPr>
        <p:grpSpPr>
          <a:xfrm>
            <a:off x="383636" y="2126055"/>
            <a:ext cx="5400000" cy="3016800"/>
            <a:chOff x="361622" y="1699663"/>
            <a:chExt cx="5400000" cy="3016800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8468B57A-0969-040A-85EB-7970CF4CD98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97496393"/>
                </p:ext>
              </p:extLst>
            </p:nvPr>
          </p:nvGraphicFramePr>
          <p:xfrm>
            <a:off x="361622" y="1699663"/>
            <a:ext cx="5400000" cy="3016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B6B419-98AF-04CC-39D2-BD385267F33E}"/>
                </a:ext>
              </a:extLst>
            </p:cNvPr>
            <p:cNvGrpSpPr/>
            <p:nvPr/>
          </p:nvGrpSpPr>
          <p:grpSpPr>
            <a:xfrm>
              <a:off x="2100888" y="2140226"/>
              <a:ext cx="2229111" cy="1152939"/>
              <a:chOff x="2100888" y="2140226"/>
              <a:chExt cx="2229111" cy="1152939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3F09528-92D0-9CB5-7EA9-9228A903F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0475" y="2140226"/>
                <a:ext cx="0" cy="11529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0775C14-B0F1-A969-C23F-D8640759C5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0888" y="2140226"/>
                <a:ext cx="222911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21B59E-CE29-C65A-BC2B-E65FB3F3CAC6}"/>
                </a:ext>
              </a:extLst>
            </p:cNvPr>
            <p:cNvSpPr txBox="1"/>
            <p:nvPr/>
          </p:nvSpPr>
          <p:spPr>
            <a:xfrm>
              <a:off x="3474199" y="2238693"/>
              <a:ext cx="1683026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The “Illusion of Fluency” Gap</a:t>
              </a:r>
              <a:endParaRPr lang="el-G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9E198C52-B530-B1C5-4483-5F1F17B5D7CD}"/>
              </a:ext>
            </a:extLst>
          </p:cNvPr>
          <p:cNvSpPr/>
          <p:nvPr/>
        </p:nvSpPr>
        <p:spPr>
          <a:xfrm>
            <a:off x="1056000" y="957710"/>
            <a:ext cx="10080000" cy="640515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180000" tIns="180000" rIns="180000" bIns="180000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solidFill>
                  <a:srgbClr val="002060"/>
                </a:solidFill>
              </a:rPr>
              <a:t>Case study: </a:t>
            </a:r>
            <a:r>
              <a:rPr lang="en-US" dirty="0"/>
              <a:t>Gemini 2.5 Pro with Few-Shot Prompts on the Student Housing Allowance document.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02652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/>
      <p:bldP spid="2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463D-4D5F-55F5-7637-F43D41CDE447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Results II: The “Smart Model” Abstraction Trap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956875-4C8C-122E-B089-36A97EDCE4F3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F7646E3-1E3B-A268-5BFE-E8FBCA8CD46C}"/>
              </a:ext>
            </a:extLst>
          </p:cNvPr>
          <p:cNvSpPr txBox="1"/>
          <p:nvPr/>
        </p:nvSpPr>
        <p:spPr>
          <a:xfrm>
            <a:off x="370973" y="6256020"/>
            <a:ext cx="11450053" cy="38472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b="1" noProof="0" dirty="0">
                <a:solidFill>
                  <a:srgbClr val="002060"/>
                </a:solidFill>
              </a:rPr>
              <a:t>Intelligence ≠ Fidelity</a:t>
            </a:r>
            <a:r>
              <a:rPr lang="en-US" sz="1900" noProof="0" dirty="0">
                <a:solidFill>
                  <a:srgbClr val="002060"/>
                </a:solidFill>
              </a:rPr>
              <a:t>. </a:t>
            </a:r>
            <a:r>
              <a:rPr lang="en-US" sz="1900" noProof="0" dirty="0"/>
              <a:t>The larger model over-simplified during interpretation, causing semantic drift.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96123-5621-288C-0E90-E150E68B83D4}"/>
              </a:ext>
            </a:extLst>
          </p:cNvPr>
          <p:cNvSpPr/>
          <p:nvPr/>
        </p:nvSpPr>
        <p:spPr>
          <a:xfrm>
            <a:off x="1056000" y="957710"/>
            <a:ext cx="10080000" cy="640515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180000" tIns="180000" rIns="180000" bIns="180000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solidFill>
                  <a:srgbClr val="002060"/>
                </a:solidFill>
              </a:rPr>
              <a:t>Case study: </a:t>
            </a:r>
            <a:r>
              <a:rPr lang="en-US" dirty="0"/>
              <a:t>A precondition that proved problematic on the Parental Leave document.</a:t>
            </a:r>
            <a:endParaRPr lang="el-G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7E4315-B06E-4C48-9EE2-F7425E8B7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796791"/>
              </p:ext>
            </p:extLst>
          </p:nvPr>
        </p:nvGraphicFramePr>
        <p:xfrm>
          <a:off x="1897267" y="3146930"/>
          <a:ext cx="8397462" cy="275336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4198731">
                  <a:extLst>
                    <a:ext uri="{9D8B030D-6E8A-4147-A177-3AD203B41FA5}">
                      <a16:colId xmlns:a16="http://schemas.microsoft.com/office/drawing/2014/main" val="596737461"/>
                    </a:ext>
                  </a:extLst>
                </a:gridCol>
                <a:gridCol w="4198731">
                  <a:extLst>
                    <a:ext uri="{9D8B030D-6E8A-4147-A177-3AD203B41FA5}">
                      <a16:colId xmlns:a16="http://schemas.microsoft.com/office/drawing/2014/main" val="221904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Gemini 2.5 Flash</a:t>
                      </a:r>
                    </a:p>
                    <a:p>
                      <a:pPr algn="ctr"/>
                      <a:r>
                        <a:rPr lang="en-US" dirty="0"/>
                        <a:t>(Smaller “Low Latency” Model)</a:t>
                      </a:r>
                      <a:endParaRPr lang="el-GR" dirty="0"/>
                    </a:p>
                  </a:txBody>
                  <a:tcPr anchor="ctr">
                    <a:solidFill>
                      <a:srgbClr val="277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Gemini 2.5 Pro</a:t>
                      </a:r>
                    </a:p>
                    <a:p>
                      <a:pPr algn="ctr"/>
                      <a:r>
                        <a:rPr lang="en-US" dirty="0"/>
                        <a:t>(Larger “Reasoning” Model)</a:t>
                      </a:r>
                      <a:endParaRPr lang="el-GR" dirty="0"/>
                    </a:p>
                  </a:txBody>
                  <a:tcPr>
                    <a:solidFill>
                      <a:srgbClr val="277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832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Copied the rule literally.</a:t>
                      </a:r>
                      <a:endParaRPr lang="el-GR" dirty="0"/>
                    </a:p>
                  </a:txBody>
                  <a:tcPr>
                    <a:solidFill>
                      <a:srgbClr val="C2D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Summarized the concept of the rule.</a:t>
                      </a:r>
                      <a:endParaRPr lang="el-GR" dirty="0"/>
                    </a:p>
                  </a:txBody>
                  <a:tcPr>
                    <a:solidFill>
                      <a:srgbClr val="C2D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11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Sector = Private OR Public</a:t>
                      </a:r>
                      <a:endParaRPr lang="el-GR" dirty="0">
                        <a:solidFill>
                          <a:srgbClr val="00206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Employed = True</a:t>
                      </a:r>
                      <a:endParaRPr lang="el-GR" dirty="0">
                        <a:solidFill>
                          <a:srgbClr val="00206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solidFill>
                      <a:srgbClr val="E8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29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CORRECT</a:t>
                      </a:r>
                    </a:p>
                    <a:p>
                      <a:pPr algn="ctr"/>
                      <a:endParaRPr lang="el-GR" dirty="0"/>
                    </a:p>
                  </a:txBody>
                  <a:tcPr>
                    <a:solidFill>
                      <a:srgbClr val="C2D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FAILED</a:t>
                      </a:r>
                    </a:p>
                    <a:p>
                      <a:pPr algn="ctr"/>
                      <a:endParaRPr lang="el-GR" sz="2400" dirty="0"/>
                    </a:p>
                  </a:txBody>
                  <a:tcPr>
                    <a:solidFill>
                      <a:srgbClr val="C2D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22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Maintained the precise legal boundary.</a:t>
                      </a:r>
                      <a:endParaRPr lang="el-GR" dirty="0"/>
                    </a:p>
                  </a:txBody>
                  <a:tcPr anchor="ctr"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Lost the legal boundary. </a:t>
                      </a:r>
                    </a:p>
                    <a:p>
                      <a:pPr algn="ctr"/>
                      <a:r>
                        <a:rPr lang="en-US" dirty="0"/>
                        <a:t>(e.g., erroneously included freelancers)</a:t>
                      </a:r>
                      <a:endParaRPr lang="el-GR" dirty="0"/>
                    </a:p>
                  </a:txBody>
                  <a:tcPr>
                    <a:solidFill>
                      <a:srgbClr val="E8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12565"/>
                  </a:ext>
                </a:extLst>
              </a:tr>
            </a:tbl>
          </a:graphicData>
        </a:graphic>
      </p:graphicFrame>
      <p:pic>
        <p:nvPicPr>
          <p:cNvPr id="8" name="Graphic 7" descr="Tick with solid fill">
            <a:extLst>
              <a:ext uri="{FF2B5EF4-FFF2-40B4-BE49-F238E27FC236}">
                <a16:creationId xmlns:a16="http://schemas.microsoft.com/office/drawing/2014/main" id="{7F01F116-9950-B0F4-B6EB-4E7745E20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6949" y="4821277"/>
            <a:ext cx="361202" cy="361202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11691218-087C-20FB-01DF-AAB8A6073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7344" y="4822479"/>
            <a:ext cx="360000" cy="360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A3ED0D9-5350-2E88-1D5D-30C4EB168D32}"/>
              </a:ext>
            </a:extLst>
          </p:cNvPr>
          <p:cNvGrpSpPr/>
          <p:nvPr/>
        </p:nvGrpSpPr>
        <p:grpSpPr>
          <a:xfrm>
            <a:off x="1897267" y="1665597"/>
            <a:ext cx="8397462" cy="1262164"/>
            <a:chOff x="1897268" y="1799922"/>
            <a:chExt cx="8397462" cy="1262164"/>
          </a:xfrm>
        </p:grpSpPr>
        <p:sp>
          <p:nvSpPr>
            <p:cNvPr id="7" name="Text Placeholder 3">
              <a:extLst>
                <a:ext uri="{FF2B5EF4-FFF2-40B4-BE49-F238E27FC236}">
                  <a16:creationId xmlns:a16="http://schemas.microsoft.com/office/drawing/2014/main" id="{872F4847-B386-466E-8E3E-96D2E7036EF5}"/>
                </a:ext>
              </a:extLst>
            </p:cNvPr>
            <p:cNvSpPr txBox="1">
              <a:spLocks/>
            </p:cNvSpPr>
            <p:nvPr/>
          </p:nvSpPr>
          <p:spPr>
            <a:xfrm>
              <a:off x="4636052" y="1799922"/>
              <a:ext cx="2919895" cy="4684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0" dirty="0">
                  <a:solidFill>
                    <a:srgbClr val="002060"/>
                  </a:solidFill>
                </a:rPr>
                <a:t>The Precondition:</a:t>
              </a:r>
              <a:endParaRPr lang="en-US" b="0" noProof="0" dirty="0">
                <a:solidFill>
                  <a:srgbClr val="002060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8E4A346-1565-3C8E-73DD-63131E2FBE7F}"/>
                </a:ext>
              </a:extLst>
            </p:cNvPr>
            <p:cNvSpPr/>
            <p:nvPr/>
          </p:nvSpPr>
          <p:spPr>
            <a:xfrm>
              <a:off x="1897268" y="2271732"/>
              <a:ext cx="8397462" cy="790354"/>
            </a:xfrm>
            <a:prstGeom prst="roundRect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110004020202020204"/>
                </a:rPr>
                <a:t>The beneficiary must be employed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, either under a dependent employment relationship or a salaried mandate, in the private or public sector.</a:t>
              </a:r>
              <a:endParaRPr kumimoji="0" lang="el-GR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282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DAF9-35CF-7F94-E8C3-E80C56E6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8B6A-1918-F7F7-6A9B-5591B82636C4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Risk Asymmetry in Public Service Recommendation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00F493-740B-BFA5-2C0E-E5E86335AD04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onfusion matrix">
            <a:extLst>
              <a:ext uri="{FF2B5EF4-FFF2-40B4-BE49-F238E27FC236}">
                <a16:creationId xmlns:a16="http://schemas.microsoft.com/office/drawing/2014/main" id="{85FD6238-9A67-06AF-3B18-98A5C02C16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73" y="1082958"/>
            <a:ext cx="5925324" cy="498044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DB0C060-DA4D-0F2E-52B5-E293B698305B}"/>
              </a:ext>
            </a:extLst>
          </p:cNvPr>
          <p:cNvGrpSpPr/>
          <p:nvPr/>
        </p:nvGrpSpPr>
        <p:grpSpPr>
          <a:xfrm>
            <a:off x="4998139" y="1225645"/>
            <a:ext cx="6087304" cy="802729"/>
            <a:chOff x="4998139" y="1225645"/>
            <a:chExt cx="6087304" cy="802729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01E0E7A6-961B-0FAD-684E-8B06572C6708}"/>
                </a:ext>
              </a:extLst>
            </p:cNvPr>
            <p:cNvSpPr/>
            <p:nvPr/>
          </p:nvSpPr>
          <p:spPr>
            <a:xfrm rot="4117357">
              <a:off x="5947553" y="782071"/>
              <a:ext cx="296889" cy="2195718"/>
            </a:xfrm>
            <a:prstGeom prst="downArrow">
              <a:avLst>
                <a:gd name="adj1" fmla="val 31569"/>
                <a:gd name="adj2" fmla="val 93927"/>
              </a:avLst>
            </a:prstGeom>
            <a:solidFill>
              <a:srgbClr val="E74C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80FE85-A794-4763-0E6A-6C30EB09C3E0}"/>
                </a:ext>
              </a:extLst>
            </p:cNvPr>
            <p:cNvSpPr txBox="1"/>
            <p:nvPr/>
          </p:nvSpPr>
          <p:spPr>
            <a:xfrm>
              <a:off x="7113534" y="1225645"/>
              <a:ext cx="39719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74C3C"/>
                  </a:solidFill>
                </a:rPr>
                <a:t>The “Dangerous” Quadrant</a:t>
              </a:r>
              <a:endParaRPr lang="el-GR" sz="2400" b="1" dirty="0">
                <a:solidFill>
                  <a:srgbClr val="E74C3C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FB7BCC4-25EB-B81C-C3F0-4A2FBA93C664}"/>
              </a:ext>
            </a:extLst>
          </p:cNvPr>
          <p:cNvSpPr txBox="1"/>
          <p:nvPr/>
        </p:nvSpPr>
        <p:spPr>
          <a:xfrm>
            <a:off x="7348330" y="2252816"/>
            <a:ext cx="3737113" cy="316428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180000" tIns="180000" rIns="180000" bIns="180000" rtlCol="0" anchor="ctr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noProof="0" dirty="0">
                <a:solidFill>
                  <a:srgbClr val="002060"/>
                </a:solidFill>
              </a:rPr>
              <a:t>Why does this matter?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Movie recommender:</a:t>
            </a:r>
            <a:br>
              <a:rPr lang="en-US" noProof="0" dirty="0"/>
            </a:br>
            <a:r>
              <a:rPr lang="en-US" dirty="0"/>
              <a:t>A</a:t>
            </a:r>
            <a:r>
              <a:rPr lang="en-US" noProof="0" dirty="0"/>
              <a:t> bad suggestion is a simple nuisance.</a:t>
            </a: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Public Service recommender:</a:t>
            </a:r>
            <a:br>
              <a:rPr lang="en-US" noProof="0" dirty="0"/>
            </a:br>
            <a:r>
              <a:rPr lang="en-US" dirty="0"/>
              <a:t>A</a:t>
            </a:r>
            <a:r>
              <a:rPr lang="en-US" noProof="0" dirty="0"/>
              <a:t> False Positive is a </a:t>
            </a:r>
            <a:r>
              <a:rPr lang="en-US" b="1" noProof="0" dirty="0"/>
              <a:t>broken promise</a:t>
            </a:r>
            <a:r>
              <a:rPr lang="en-US" noProof="0" dirty="0"/>
              <a:t>. It sends a citizen to apply for a benefit they will be rejected for.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C7678-229A-1C97-E662-B739B555296D}"/>
              </a:ext>
            </a:extLst>
          </p:cNvPr>
          <p:cNvSpPr txBox="1"/>
          <p:nvPr/>
        </p:nvSpPr>
        <p:spPr>
          <a:xfrm>
            <a:off x="370973" y="6256020"/>
            <a:ext cx="11450053" cy="384721"/>
          </a:xfrm>
          <a:prstGeom prst="rect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900" b="1" noProof="0" dirty="0">
                <a:solidFill>
                  <a:srgbClr val="002060"/>
                </a:solidFill>
              </a:rPr>
              <a:t>Conclusion:</a:t>
            </a:r>
            <a:r>
              <a:rPr lang="en-US" sz="1900" noProof="0" dirty="0"/>
              <a:t> We must prioritize Precision over Recall.</a:t>
            </a:r>
          </a:p>
        </p:txBody>
      </p:sp>
    </p:spTree>
    <p:extLst>
      <p:ext uri="{BB962C8B-B14F-4D97-AF65-F5344CB8AC3E}">
        <p14:creationId xmlns:p14="http://schemas.microsoft.com/office/powerpoint/2010/main" val="33242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4C03-9215-89E4-F612-1A27C041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B59A00-0325-0954-2512-AFD0AB084A7B}"/>
              </a:ext>
            </a:extLst>
          </p:cNvPr>
          <p:cNvSpPr txBox="1">
            <a:spLocks/>
          </p:cNvSpPr>
          <p:nvPr/>
        </p:nvSpPr>
        <p:spPr>
          <a:xfrm>
            <a:off x="370974" y="123825"/>
            <a:ext cx="11450053" cy="676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Conclusions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A9392B-D40C-28F0-3F19-C024D934373E}"/>
              </a:ext>
            </a:extLst>
          </p:cNvPr>
          <p:cNvCxnSpPr>
            <a:cxnSpLocks/>
          </p:cNvCxnSpPr>
          <p:nvPr/>
        </p:nvCxnSpPr>
        <p:spPr>
          <a:xfrm>
            <a:off x="370974" y="890337"/>
            <a:ext cx="1145005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44E1054-1AF9-2000-042B-307BF191F802}"/>
              </a:ext>
            </a:extLst>
          </p:cNvPr>
          <p:cNvCxnSpPr>
            <a:cxnSpLocks/>
          </p:cNvCxnSpPr>
          <p:nvPr/>
        </p:nvCxnSpPr>
        <p:spPr>
          <a:xfrm flipV="1">
            <a:off x="6096000" y="1009667"/>
            <a:ext cx="0" cy="503018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AE8449F-90F1-CBE9-9C8C-89CC1463192D}"/>
              </a:ext>
            </a:extLst>
          </p:cNvPr>
          <p:cNvSpPr txBox="1">
            <a:spLocks/>
          </p:cNvSpPr>
          <p:nvPr/>
        </p:nvSpPr>
        <p:spPr>
          <a:xfrm>
            <a:off x="638923" y="1070047"/>
            <a:ext cx="4800599" cy="48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rgbClr val="002060"/>
                </a:solidFill>
              </a:rPr>
              <a:t>Final Verdict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5C17D10-A925-C759-52C9-E0F5050CDDAB}"/>
              </a:ext>
            </a:extLst>
          </p:cNvPr>
          <p:cNvSpPr txBox="1">
            <a:spLocks/>
          </p:cNvSpPr>
          <p:nvPr/>
        </p:nvSpPr>
        <p:spPr>
          <a:xfrm>
            <a:off x="6502398" y="1070046"/>
            <a:ext cx="4800599" cy="48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noProof="0" dirty="0">
                <a:solidFill>
                  <a:srgbClr val="002060"/>
                </a:solidFill>
              </a:rPr>
              <a:t>A Roadmap to the Future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A5E81A-BBA6-47C8-561C-CDBBBD9D5685}"/>
              </a:ext>
            </a:extLst>
          </p:cNvPr>
          <p:cNvGrpSpPr/>
          <p:nvPr/>
        </p:nvGrpSpPr>
        <p:grpSpPr>
          <a:xfrm>
            <a:off x="6358504" y="1676400"/>
            <a:ext cx="5414394" cy="4370054"/>
            <a:chOff x="6358504" y="1676400"/>
            <a:chExt cx="5414394" cy="4370054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0C409779-F755-3794-0458-805BFE0E7C9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01822666"/>
                </p:ext>
              </p:extLst>
            </p:nvPr>
          </p:nvGraphicFramePr>
          <p:xfrm>
            <a:off x="6358504" y="1676400"/>
            <a:ext cx="5414394" cy="437005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12" name="Graphic 11" descr="Gears outline">
              <a:extLst>
                <a:ext uri="{FF2B5EF4-FFF2-40B4-BE49-F238E27FC236}">
                  <a16:creationId xmlns:a16="http://schemas.microsoft.com/office/drawing/2014/main" id="{E8392D83-C5E4-332A-C9E9-F7FCEB6E2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36522" y="1995728"/>
              <a:ext cx="720000" cy="720000"/>
            </a:xfrm>
            <a:prstGeom prst="rect">
              <a:avLst/>
            </a:prstGeom>
          </p:spPr>
        </p:pic>
        <p:pic>
          <p:nvPicPr>
            <p:cNvPr id="21" name="Graphic 20" descr="Bank outline">
              <a:extLst>
                <a:ext uri="{FF2B5EF4-FFF2-40B4-BE49-F238E27FC236}">
                  <a16:creationId xmlns:a16="http://schemas.microsoft.com/office/drawing/2014/main" id="{F03ADE44-F3A5-B026-9D04-56C4AC444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420591" y="5046063"/>
              <a:ext cx="720000" cy="720000"/>
            </a:xfrm>
            <a:prstGeom prst="rect">
              <a:avLst/>
            </a:prstGeom>
          </p:spPr>
        </p:pic>
        <p:pic>
          <p:nvPicPr>
            <p:cNvPr id="23" name="Graphic 22" descr="Puzzle pieces outline">
              <a:extLst>
                <a:ext uri="{FF2B5EF4-FFF2-40B4-BE49-F238E27FC236}">
                  <a16:creationId xmlns:a16="http://schemas.microsoft.com/office/drawing/2014/main" id="{4748855C-C409-6E9D-D784-295687E53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040713" y="3524760"/>
              <a:ext cx="720000" cy="7200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4AE4CB-F908-E99C-F717-1047F313EB80}"/>
              </a:ext>
            </a:extLst>
          </p:cNvPr>
          <p:cNvGrpSpPr/>
          <p:nvPr/>
        </p:nvGrpSpPr>
        <p:grpSpPr>
          <a:xfrm>
            <a:off x="544936" y="1737298"/>
            <a:ext cx="5017573" cy="1053242"/>
            <a:chOff x="548337" y="1691158"/>
            <a:chExt cx="5017578" cy="105324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F7749C-603E-8A14-4067-43B5A32BC9A6}"/>
                </a:ext>
              </a:extLst>
            </p:cNvPr>
            <p:cNvSpPr txBox="1"/>
            <p:nvPr/>
          </p:nvSpPr>
          <p:spPr>
            <a:xfrm>
              <a:off x="548339" y="2098069"/>
              <a:ext cx="5017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Yes</a:t>
              </a:r>
              <a:r>
                <a:rPr lang="en-US" dirty="0"/>
                <a:t>, for simple to intermediate bureaucracy.</a:t>
              </a:r>
            </a:p>
            <a:p>
              <a:r>
                <a:rPr lang="en-US" dirty="0"/>
                <a:t>Performance collapses for higher complexity. </a:t>
              </a:r>
              <a:endParaRPr lang="el-GR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3E775D-100C-0522-14C6-F83A21E9D8DA}"/>
                </a:ext>
              </a:extLst>
            </p:cNvPr>
            <p:cNvGrpSpPr/>
            <p:nvPr/>
          </p:nvGrpSpPr>
          <p:grpSpPr>
            <a:xfrm>
              <a:off x="548337" y="1691158"/>
              <a:ext cx="5017573" cy="411257"/>
              <a:chOff x="548337" y="1691158"/>
              <a:chExt cx="5153683" cy="41125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DBE639-C86C-ABB1-3B2D-0EE0E0AA5469}"/>
                  </a:ext>
                </a:extLst>
              </p:cNvPr>
              <p:cNvSpPr txBox="1"/>
              <p:nvPr/>
            </p:nvSpPr>
            <p:spPr>
              <a:xfrm>
                <a:off x="548337" y="1691158"/>
                <a:ext cx="5003485" cy="411257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square" lIns="72000" tIns="36000" rIns="36000" bIns="36000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bg1"/>
                    </a:solidFill>
                  </a:rPr>
                  <a:t>Feasible?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21E0A0-17B9-9AEF-90FA-808B9E622F82}"/>
                  </a:ext>
                </a:extLst>
              </p:cNvPr>
              <p:cNvSpPr/>
              <p:nvPr/>
            </p:nvSpPr>
            <p:spPr>
              <a:xfrm>
                <a:off x="5551827" y="1691586"/>
                <a:ext cx="150193" cy="410400"/>
              </a:xfrm>
              <a:prstGeom prst="rect">
                <a:avLst/>
              </a:prstGeom>
              <a:solidFill>
                <a:srgbClr val="AF91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3624101-0227-182F-1FDA-42D7A99F831B}"/>
              </a:ext>
            </a:extLst>
          </p:cNvPr>
          <p:cNvGrpSpPr/>
          <p:nvPr/>
        </p:nvGrpSpPr>
        <p:grpSpPr>
          <a:xfrm>
            <a:off x="544936" y="3325860"/>
            <a:ext cx="5017573" cy="1053242"/>
            <a:chOff x="548337" y="1691158"/>
            <a:chExt cx="5017578" cy="105324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9290C59-80A1-55BB-A427-983388A9F615}"/>
                </a:ext>
              </a:extLst>
            </p:cNvPr>
            <p:cNvSpPr txBox="1"/>
            <p:nvPr/>
          </p:nvSpPr>
          <p:spPr>
            <a:xfrm>
              <a:off x="548339" y="2098069"/>
              <a:ext cx="5017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Not entirely</a:t>
              </a:r>
              <a:r>
                <a:rPr lang="en-US" dirty="0"/>
                <a:t>, but intermediate data structures and neuro-symbolic separation proved essential. </a:t>
              </a:r>
              <a:endParaRPr lang="el-GR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A6FB933-F5DC-2F19-B8C0-079AD3DBCF98}"/>
                </a:ext>
              </a:extLst>
            </p:cNvPr>
            <p:cNvGrpSpPr/>
            <p:nvPr/>
          </p:nvGrpSpPr>
          <p:grpSpPr>
            <a:xfrm>
              <a:off x="548337" y="1691158"/>
              <a:ext cx="5017573" cy="411257"/>
              <a:chOff x="548337" y="1691158"/>
              <a:chExt cx="5153683" cy="411257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F2AC4F7-A669-D4CF-EC7C-910DB7EBAC00}"/>
                  </a:ext>
                </a:extLst>
              </p:cNvPr>
              <p:cNvSpPr txBox="1"/>
              <p:nvPr/>
            </p:nvSpPr>
            <p:spPr>
              <a:xfrm>
                <a:off x="548337" y="1691158"/>
                <a:ext cx="5003485" cy="411257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square" lIns="72000" tIns="36000" rIns="36000" bIns="36000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bg1"/>
                    </a:solidFill>
                  </a:rPr>
                  <a:t>Reliable?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EFD8641-C102-3032-DF4D-F9E2E366EF56}"/>
                  </a:ext>
                </a:extLst>
              </p:cNvPr>
              <p:cNvSpPr/>
              <p:nvPr/>
            </p:nvSpPr>
            <p:spPr>
              <a:xfrm>
                <a:off x="5551827" y="1691586"/>
                <a:ext cx="150193" cy="410400"/>
              </a:xfrm>
              <a:prstGeom prst="rect">
                <a:avLst/>
              </a:prstGeom>
              <a:solidFill>
                <a:srgbClr val="AF91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701E048-F435-CA25-1702-130F8DAEE529}"/>
              </a:ext>
            </a:extLst>
          </p:cNvPr>
          <p:cNvGrpSpPr/>
          <p:nvPr/>
        </p:nvGrpSpPr>
        <p:grpSpPr>
          <a:xfrm>
            <a:off x="544936" y="4914421"/>
            <a:ext cx="5017573" cy="1053242"/>
            <a:chOff x="548337" y="1691158"/>
            <a:chExt cx="5017578" cy="105324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A7483E2-9C64-19D7-F74F-1C9A77AD3189}"/>
                </a:ext>
              </a:extLst>
            </p:cNvPr>
            <p:cNvSpPr txBox="1"/>
            <p:nvPr/>
          </p:nvSpPr>
          <p:spPr>
            <a:xfrm>
              <a:off x="548339" y="2098069"/>
              <a:ext cx="5017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Not yet</a:t>
              </a:r>
              <a:r>
                <a:rPr lang="en-US" dirty="0"/>
                <a:t>, but this work has explored the prerequisites for the path forward.</a:t>
              </a:r>
              <a:endParaRPr lang="el-GR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50680A2-C750-B1CC-35A4-569BFAF17433}"/>
                </a:ext>
              </a:extLst>
            </p:cNvPr>
            <p:cNvGrpSpPr/>
            <p:nvPr/>
          </p:nvGrpSpPr>
          <p:grpSpPr>
            <a:xfrm>
              <a:off x="548337" y="1691158"/>
              <a:ext cx="5017573" cy="411257"/>
              <a:chOff x="548337" y="1691158"/>
              <a:chExt cx="5153683" cy="411257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211AC3B-10E2-4054-4903-9AC23B3402B6}"/>
                  </a:ext>
                </a:extLst>
              </p:cNvPr>
              <p:cNvSpPr txBox="1"/>
              <p:nvPr/>
            </p:nvSpPr>
            <p:spPr>
              <a:xfrm>
                <a:off x="548337" y="1691158"/>
                <a:ext cx="5003485" cy="411257"/>
              </a:xfrm>
              <a:prstGeom prst="rect">
                <a:avLst/>
              </a:prstGeom>
              <a:solidFill>
                <a:srgbClr val="002060"/>
              </a:solidFill>
            </p:spPr>
            <p:txBody>
              <a:bodyPr wrap="square" lIns="72000" tIns="36000" rIns="36000" bIns="36000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bg1"/>
                    </a:solidFill>
                  </a:rPr>
                  <a:t>Deployable?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40C3E01-545E-A658-E5A9-F82DB9019B1C}"/>
                  </a:ext>
                </a:extLst>
              </p:cNvPr>
              <p:cNvSpPr/>
              <p:nvPr/>
            </p:nvSpPr>
            <p:spPr>
              <a:xfrm>
                <a:off x="5551827" y="1691586"/>
                <a:ext cx="150193" cy="410400"/>
              </a:xfrm>
              <a:prstGeom prst="rect">
                <a:avLst/>
              </a:prstGeom>
              <a:solidFill>
                <a:srgbClr val="AF914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l-G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307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3D9C1B-19FC-4949-7CC1-04171EA69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</a:rPr>
              <a:t>Thank you</a:t>
            </a:r>
            <a:endParaRPr lang="el-GR" sz="4000" b="1" dirty="0">
              <a:solidFill>
                <a:srgbClr val="002060"/>
              </a:solidFill>
            </a:endParaRPr>
          </a:p>
        </p:txBody>
      </p:sp>
      <p:pic>
        <p:nvPicPr>
          <p:cNvPr id="22" name="Graphic 21" descr="Smiling Face with No Fill">
            <a:extLst>
              <a:ext uri="{FF2B5EF4-FFF2-40B4-BE49-F238E27FC236}">
                <a16:creationId xmlns:a16="http://schemas.microsoft.com/office/drawing/2014/main" id="{F033836E-F86C-51CC-AFF0-2BA30709D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8550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1005</Words>
  <Application>Microsoft Office PowerPoint</Application>
  <PresentationFormat>Widescreen</PresentationFormat>
  <Paragraphs>178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JetBrains Mono</vt:lpstr>
      <vt:lpstr>Office Theme</vt:lpstr>
      <vt:lpstr>PowerPoint Presentation</vt:lpstr>
      <vt:lpstr>Inspiration: Unstructured Text to Proactive Governance</vt:lpstr>
      <vt:lpstr>Research Goals &amp; Design Constraints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Nikolaos Laoutaris</dc:creator>
  <cp:lastModifiedBy>Nick Lamda</cp:lastModifiedBy>
  <cp:revision>1</cp:revision>
  <dcterms:created xsi:type="dcterms:W3CDTF">2026-01-28T14:31:10Z</dcterms:created>
  <dcterms:modified xsi:type="dcterms:W3CDTF">2026-02-12T09:48:18Z</dcterms:modified>
</cp:coreProperties>
</file>